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65" r:id="rId7"/>
    <p:sldId id="267" r:id="rId8"/>
    <p:sldId id="268" r:id="rId9"/>
    <p:sldId id="258" r:id="rId10"/>
    <p:sldId id="259" r:id="rId11"/>
    <p:sldId id="260" r:id="rId12"/>
    <p:sldId id="266" r:id="rId13"/>
    <p:sldId id="271" r:id="rId14"/>
    <p:sldId id="261" r:id="rId15"/>
    <p:sldId id="262" r:id="rId16"/>
    <p:sldId id="270" r:id="rId17"/>
    <p:sldId id="263" r:id="rId18"/>
    <p:sldId id="269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A6D85BA-DAD0-C270-6E6E-8CE3BD7DB717}" name="Julie Smetana" initials="JS" userId="S::smetana@gonzaga.edu::94c06b27-97cf-4bfb-a0a0-b7973f8e5ee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C"/>
    <a:srgbClr val="003055"/>
    <a:srgbClr val="E3E3E3"/>
    <a:srgbClr val="F3EFE7"/>
    <a:srgbClr val="AC9963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AB7FCE-172B-73FD-01B5-E88F6DF6F124}" v="1" dt="2026-09-11T16:15:02.106"/>
    <p1510:client id="{E3CACAF5-6133-41D6-A2F9-483AD7C0A8B8}" v="364" dt="2026-09-09T22:18:59.0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849AAA-3C9A-F180-9EC3-3081F85E21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b="1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4CABAC-4CA2-6B9E-861F-E7FC37483D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21468-0BE8-304C-9841-2BCFBE3DEA83}" type="datetimeFigureOut">
              <a:rPr lang="en-US" b="1" smtClean="0">
                <a:latin typeface="Aptos" panose="020B0004020202020204" pitchFamily="34" charset="0"/>
              </a:rPr>
              <a:t>10/17/2026</a:t>
            </a:fld>
            <a:endParaRPr lang="en-US" b="1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4F94D-87D5-3663-87A5-B3F47A5178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b="1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B2109F-7CBD-8DC6-47A8-85D17E8D71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BA38F-80EB-374B-9BC2-BD784B578F03}" type="slidenum">
              <a:rPr lang="en-US" b="1" smtClean="0">
                <a:latin typeface="Aptos" panose="020B0004020202020204" pitchFamily="34" charset="0"/>
              </a:rPr>
              <a:t>‹#›</a:t>
            </a:fld>
            <a:endParaRPr lang="en-US" b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02189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1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1" i="0">
                <a:latin typeface="Aptos" panose="020B0004020202020204" pitchFamily="34" charset="0"/>
              </a:defRPr>
            </a:lvl1pPr>
          </a:lstStyle>
          <a:p>
            <a:fld id="{AB256F1A-0BB8-8543-8568-E40194AEEB7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1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1" i="0">
                <a:latin typeface="Aptos" panose="020B0004020202020204" pitchFamily="34" charset="0"/>
              </a:defRPr>
            </a:lvl1pPr>
          </a:lstStyle>
          <a:p>
            <a:fld id="{A5373C23-7F73-D145-AC91-D362B05069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5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1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1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1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1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1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Introduction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Today is a continuation of the discussion from last session, not necessarily a separate “study skills” lecture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Students need to become intentional about “how they learn,” not simply how much work they complete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Todays goal is to build a learning system that can keep pace with the demands of your major with a focus on three areas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Plan –make enough time for learning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Practice – study in ways that actually test understanding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Connect – collaborate with faculty, peers, tutoring and other resources effectively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73C23-7F73-D145-AC91-D362B050690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89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3 styles of learning – what do you remember from last time</a:t>
            </a:r>
          </a:p>
          <a:p>
            <a:endParaRPr lang="en-US"/>
          </a:p>
          <a:p>
            <a:r>
              <a:rPr lang="en-US"/>
              <a:t>Learning isn’t about never getting stuck – it’s becoming better at recognizing when you are stuck and being able to choose an effective next action</a:t>
            </a:r>
          </a:p>
          <a:p>
            <a:endParaRPr lang="en-US"/>
          </a:p>
          <a:p>
            <a:r>
              <a:rPr lang="en-US"/>
              <a:t>Which of these question is easiest to answer? Which is hardest?</a:t>
            </a:r>
          </a:p>
          <a:p>
            <a:endParaRPr lang="en-US"/>
          </a:p>
          <a:p>
            <a:r>
              <a:rPr lang="en-US"/>
              <a:t>Metacognition isn’t just recognizing that you don’t understand something.  It’s deciding what to do with that information.</a:t>
            </a:r>
          </a:p>
          <a:p>
            <a:endParaRPr lang="en-US"/>
          </a:p>
          <a:p>
            <a:r>
              <a:rPr lang="en-US"/>
              <a:t>Part of making that decision depends on knowing what level/depth of thinking/learning your course is requiring of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73C23-7F73-D145-AC91-D362B050690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0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73C23-7F73-D145-AC91-D362B050690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58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Rereading examples can help orient you to a process and preview material</a:t>
            </a:r>
          </a:p>
          <a:p>
            <a:endParaRPr lang="en-US"/>
          </a:p>
          <a:p>
            <a:r>
              <a:rPr lang="en-US"/>
              <a:t>Watching another explanation can sometimes help clarify confusing ideas</a:t>
            </a:r>
          </a:p>
          <a:p>
            <a:endParaRPr lang="en-US"/>
          </a:p>
          <a:p>
            <a:r>
              <a:rPr lang="en-US"/>
              <a:t>Neither of these is inherently bad – the problem is when these become the endpoint of studying</a:t>
            </a:r>
          </a:p>
          <a:p>
            <a:endParaRPr lang="en-US"/>
          </a:p>
          <a:p>
            <a:r>
              <a:rPr lang="en-US"/>
              <a:t>Watching someone else solve a problem can produce a feeling of familiarity, “Yeah, that makes sense!”</a:t>
            </a:r>
          </a:p>
          <a:p>
            <a:endParaRPr lang="en-US"/>
          </a:p>
          <a:p>
            <a:r>
              <a:rPr lang="en-US"/>
              <a:t>But the real test is”</a:t>
            </a:r>
          </a:p>
          <a:p>
            <a:r>
              <a:rPr lang="en-US"/>
              <a:t>Can you begin without the solution?</a:t>
            </a:r>
          </a:p>
          <a:p>
            <a:r>
              <a:rPr lang="en-US"/>
              <a:t>Can you select the right approach?</a:t>
            </a:r>
          </a:p>
          <a:p>
            <a:r>
              <a:rPr lang="en-US"/>
              <a:t>Can you explain why it works</a:t>
            </a:r>
          </a:p>
          <a:p>
            <a:r>
              <a:rPr lang="en-US"/>
              <a:t>Can you adapt when something changes?</a:t>
            </a:r>
          </a:p>
          <a:p>
            <a:endParaRPr lang="en-US"/>
          </a:p>
          <a:p>
            <a:r>
              <a:rPr lang="en-US">
                <a:latin typeface="Aptos"/>
              </a:rPr>
              <a:t>Lower levels of learning are ok! / How you've studied before or NOT </a:t>
            </a:r>
          </a:p>
          <a:p>
            <a:r>
              <a:rPr lang="en-US">
                <a:latin typeface="Aptos"/>
              </a:rPr>
              <a:t>SARAH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73C23-7F73-D145-AC91-D362B050690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494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About 10 min mark</a:t>
            </a:r>
          </a:p>
          <a:p>
            <a:endParaRPr lang="en-US"/>
          </a:p>
          <a:p>
            <a:r>
              <a:rPr lang="en-US"/>
              <a:t>Deep learning usually isn’t created by one special study technique</a:t>
            </a:r>
          </a:p>
          <a:p>
            <a:r>
              <a:rPr lang="en-US"/>
              <a:t>It comes from repeated, focused interaction with the material overtime – spaced repetition</a:t>
            </a:r>
          </a:p>
          <a:p>
            <a:r>
              <a:rPr lang="en-US"/>
              <a:t>Time – Focus – Spaced practice – consistency</a:t>
            </a:r>
          </a:p>
          <a:p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Produce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Try the problem before looking at the example or solution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Retrieve what you know rather than immediately searching for it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Explain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Ask why each step makes sense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Explain your reasoning aloud, in writing, or to another person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Being able to calculate an answer is useful; being able to explain the process is stronger evidence of your understanding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Vary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Don’t only practice identical examples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Can you recognize which approach applies when the problem looks different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What happens when information, conditions or variables change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Check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Errors are useful information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Where did the reasoning break down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Was the problem conceptual, procedural, mathematical, or simply a misunderstanding of the question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Decide what to do next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/>
              <a:t>Deep practice isn’t about making studying unnecessarily difficult. It is about giving yourself accurate feedback about your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73C23-7F73-D145-AC91-D362B050690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390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your feedback tells you that you need help, These are part of the academic infrastructure of college.</a:t>
            </a:r>
          </a:p>
          <a:p>
            <a:endParaRPr lang="en-US"/>
          </a:p>
          <a:p>
            <a:r>
              <a:rPr lang="en-US"/>
              <a:t>Make this part of your process, tutors are a good sounding board to check your thought process or techniques.</a:t>
            </a:r>
          </a:p>
          <a:p>
            <a:r>
              <a:rPr lang="en-US"/>
              <a:t>Come early before there are big problems</a:t>
            </a:r>
          </a:p>
          <a:p>
            <a:r>
              <a:rPr lang="en-US"/>
              <a:t>Tutors can’t compensate for a lack of personal study plan or time</a:t>
            </a:r>
          </a:p>
          <a:p>
            <a:endParaRPr lang="en-US"/>
          </a:p>
          <a:p>
            <a:r>
              <a:rPr lang="en-US">
                <a:latin typeface="Aptos"/>
              </a:rPr>
              <a:t>SARAH -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73C23-7F73-D145-AC91-D362B050690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10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About 16min mark</a:t>
            </a:r>
          </a:p>
          <a:p>
            <a:endParaRPr lang="en-US"/>
          </a:p>
          <a:p>
            <a:r>
              <a:rPr lang="en-US"/>
              <a:t>When is work for math actually happening?</a:t>
            </a:r>
          </a:p>
          <a:p>
            <a:r>
              <a:rPr lang="en-US"/>
              <a:t>If there is an exam Friday, when does preparation begin</a:t>
            </a:r>
          </a:p>
          <a:p>
            <a:r>
              <a:rPr lang="en-US"/>
              <a:t>When in this schedule can you work with a tutor/study group/ go to office hours</a:t>
            </a:r>
          </a:p>
          <a:p>
            <a:endParaRPr lang="en-US"/>
          </a:p>
          <a:p>
            <a:r>
              <a:rPr lang="en-US"/>
              <a:t>Don’t wait to “find time” to study. </a:t>
            </a:r>
          </a:p>
          <a:p>
            <a:endParaRPr lang="en-US"/>
          </a:p>
          <a:p>
            <a:r>
              <a:rPr lang="en-US"/>
              <a:t>A calendar tells us when study happens, but what does an actual successful study session look like?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Step 1 – Fixed</a:t>
            </a:r>
          </a:p>
          <a:p>
            <a:pPr marL="1085850" lvl="1" indent="-285750"/>
            <a:r>
              <a:rPr lang="en-US"/>
              <a:t>Class</a:t>
            </a:r>
          </a:p>
          <a:p>
            <a:pPr marL="1085850" lvl="1" indent="-285750"/>
            <a:r>
              <a:rPr lang="en-US"/>
              <a:t>Labs</a:t>
            </a:r>
          </a:p>
          <a:p>
            <a:pPr marL="1085850" lvl="1" indent="-285750"/>
            <a:r>
              <a:rPr lang="en-US"/>
              <a:t>Meals </a:t>
            </a:r>
          </a:p>
          <a:p>
            <a:pPr marL="1085850" lvl="1" indent="-285750"/>
            <a:r>
              <a:rPr lang="en-US"/>
              <a:t>Sleep</a:t>
            </a:r>
          </a:p>
          <a:p>
            <a:pPr marL="1085850" lvl="1" indent="-285750"/>
            <a:r>
              <a:rPr lang="en-US"/>
              <a:t>Work</a:t>
            </a:r>
          </a:p>
          <a:p>
            <a:pPr marL="1085850" lvl="1" indent="-285750"/>
            <a:r>
              <a:rPr lang="en-US"/>
              <a:t>Clubs/activities </a:t>
            </a:r>
          </a:p>
          <a:p>
            <a:pPr marL="1085850" lvl="1" indent="-285750"/>
            <a:r>
              <a:rPr lang="en-US"/>
              <a:t>Other fixed commitments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Step 2 – Academic work</a:t>
            </a:r>
          </a:p>
          <a:p>
            <a:pPr marL="1085850" lvl="1" indent="-285750"/>
            <a:r>
              <a:rPr lang="en-US"/>
              <a:t>When are you preparing for class?</a:t>
            </a:r>
          </a:p>
          <a:p>
            <a:pPr marL="1085850" lvl="1" indent="-285750"/>
            <a:r>
              <a:rPr lang="en-US"/>
              <a:t>When are you solving problems?</a:t>
            </a:r>
          </a:p>
          <a:p>
            <a:pPr marL="1085850" lvl="1" indent="-285750"/>
            <a:r>
              <a:rPr lang="en-US"/>
              <a:t>When are assignments happening?</a:t>
            </a:r>
          </a:p>
          <a:p>
            <a:pPr marL="1085850" lvl="1" indent="-285750"/>
            <a:r>
              <a:rPr lang="en-US"/>
              <a:t>When does exam preparation begin</a:t>
            </a:r>
          </a:p>
          <a:p>
            <a:pPr marL="1085850" lvl="1" indent="-285750"/>
            <a:r>
              <a:rPr lang="en-US"/>
              <a:t>Making time to answer these questions, look ahead and create a comprehensive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Step 3 – Flexibility</a:t>
            </a:r>
          </a:p>
          <a:p>
            <a:pPr marL="1085850" lvl="1" indent="-285750"/>
            <a:r>
              <a:rPr lang="en-US"/>
              <a:t>Where is there buffer in your schedule if an assignment takes twice as long as expected, something new comes up, you get sick…</a:t>
            </a:r>
          </a:p>
          <a:p>
            <a:pPr marL="1085850" lvl="1" indent="-285750"/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Benchmark 2 hours outside of class for each hour of class </a:t>
            </a:r>
          </a:p>
          <a:p>
            <a:pPr marL="1085850" lvl="1" indent="-285750"/>
            <a:r>
              <a:rPr lang="en-US"/>
              <a:t>15-18 credits </a:t>
            </a:r>
          </a:p>
          <a:p>
            <a:pPr marL="1543050" lvl="2" indent="-285750"/>
            <a:r>
              <a:rPr lang="en-US"/>
              <a:t>30-36 outside hours </a:t>
            </a:r>
          </a:p>
          <a:p>
            <a:pPr marL="1543050" lvl="2" indent="-285750"/>
            <a:r>
              <a:rPr lang="en-US"/>
              <a:t>45-54 academic hours per week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73C23-7F73-D145-AC91-D362B050690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69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30-35 depending on student co-</a:t>
            </a:r>
            <a:r>
              <a:rPr lang="en-US" err="1"/>
              <a:t>presnter</a:t>
            </a:r>
            <a:endParaRPr lang="en-US"/>
          </a:p>
          <a:p>
            <a:endParaRPr lang="en-US"/>
          </a:p>
          <a:p>
            <a:r>
              <a:rPr lang="en-US"/>
              <a:t>Focused study session: persistence matters, but not if you are repeating ineffective strategies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73C23-7F73-D145-AC91-D362B050690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50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Seeking help and working in a collaborative learning environment is the intentional structure of learning at GU.</a:t>
            </a:r>
          </a:p>
          <a:p>
            <a:r>
              <a:rPr lang="en-US"/>
              <a:t>There is a difference between seeking an answer and seeking understanding.</a:t>
            </a:r>
          </a:p>
          <a:p>
            <a:r>
              <a:rPr lang="en-US">
                <a:latin typeface="Aptos"/>
              </a:rPr>
              <a:t>SARAH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73C23-7F73-D145-AC91-D362B050690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46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Have students construct a question they want to ask a professor or tutor following an effective format based in “What I know, here is my reasoning, what I don’t know”</a:t>
            </a:r>
          </a:p>
          <a:p>
            <a:endParaRPr lang="en-US"/>
          </a:p>
          <a:p>
            <a:r>
              <a:rPr lang="en-US"/>
              <a:t>The same principles apply to test prep.  You want your practice to expose your thinking before the exam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73C23-7F73-D145-AC91-D362B050690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58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73C23-7F73-D145-AC91-D362B050690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15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 exam should not be a completely different activity from study.  An effective study plan should be building in a way that supports test prep.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73C23-7F73-D145-AC91-D362B050690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367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don’t need to change everything about the way you study this week.  Pick a few specific behaviors you can actually test.</a:t>
            </a:r>
          </a:p>
          <a:p>
            <a:endParaRPr lang="en-US"/>
          </a:p>
          <a:p>
            <a:r>
              <a:rPr lang="en-US"/>
              <a:t>I would like you to leave with 3 points in mind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73C23-7F73-D145-AC91-D362B050690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01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tif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0F9D1-28DF-1131-CB9E-607A216B29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1563936"/>
            <a:ext cx="5477484" cy="2120244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5000" b="0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Add 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83305-1061-2D72-5B9A-CAFE7C7C7C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3834561"/>
            <a:ext cx="5433006" cy="78017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b="0" i="0">
                <a:solidFill>
                  <a:schemeClr val="tx2">
                    <a:lumMod val="40000"/>
                    <a:lumOff val="60000"/>
                  </a:schemeClr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subtitle or delete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291A18F1-2021-F7AB-3B37-A6E99D2324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801499"/>
            <a:ext cx="5433005" cy="2367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800" b="0" i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5pPr>
          </a:lstStyle>
          <a:p>
            <a:r>
              <a:rPr lang="en-US"/>
              <a:t>Presenter Name and/or Department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80500A9-32D7-7617-B135-AF528CA13DF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49287" y="0"/>
            <a:ext cx="5742713" cy="6858001"/>
          </a:xfrm>
          <a:custGeom>
            <a:avLst/>
            <a:gdLst>
              <a:gd name="connsiteX0" fmla="*/ 103159 w 5742713"/>
              <a:gd name="connsiteY0" fmla="*/ 0 h 6858001"/>
              <a:gd name="connsiteX1" fmla="*/ 918258 w 5742713"/>
              <a:gd name="connsiteY1" fmla="*/ 0 h 6858001"/>
              <a:gd name="connsiteX2" fmla="*/ 1070881 w 5742713"/>
              <a:gd name="connsiteY2" fmla="*/ 0 h 6858001"/>
              <a:gd name="connsiteX3" fmla="*/ 5742713 w 5742713"/>
              <a:gd name="connsiteY3" fmla="*/ 0 h 6858001"/>
              <a:gd name="connsiteX4" fmla="*/ 5742713 w 5742713"/>
              <a:gd name="connsiteY4" fmla="*/ 6858000 h 6858001"/>
              <a:gd name="connsiteX5" fmla="*/ 1399942 w 5742713"/>
              <a:gd name="connsiteY5" fmla="*/ 6858000 h 6858001"/>
              <a:gd name="connsiteX6" fmla="*/ 1399942 w 5742713"/>
              <a:gd name="connsiteY6" fmla="*/ 6858001 h 6858001"/>
              <a:gd name="connsiteX7" fmla="*/ 432219 w 5742713"/>
              <a:gd name="connsiteY7" fmla="*/ 6858001 h 6858001"/>
              <a:gd name="connsiteX8" fmla="*/ 432219 w 5742713"/>
              <a:gd name="connsiteY8" fmla="*/ 6857875 h 6858001"/>
              <a:gd name="connsiteX9" fmla="*/ 228147 w 5742713"/>
              <a:gd name="connsiteY9" fmla="*/ 6154501 h 6858001"/>
              <a:gd name="connsiteX10" fmla="*/ 0 w 5742713"/>
              <a:gd name="connsiteY10" fmla="*/ 4871088 h 6858001"/>
              <a:gd name="connsiteX11" fmla="*/ 228147 w 5742713"/>
              <a:gd name="connsiteY11" fmla="*/ 3587675 h 6858001"/>
              <a:gd name="connsiteX12" fmla="*/ 510929 w 5742713"/>
              <a:gd name="connsiteY12" fmla="*/ 1986662 h 6858001"/>
              <a:gd name="connsiteX13" fmla="*/ 228147 w 5742713"/>
              <a:gd name="connsiteY13" fmla="*/ 385649 h 6858001"/>
              <a:gd name="connsiteX14" fmla="*/ 103159 w 5742713"/>
              <a:gd name="connsiteY1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742713" h="6858001">
                <a:moveTo>
                  <a:pt x="103159" y="0"/>
                </a:moveTo>
                <a:lnTo>
                  <a:pt x="918258" y="0"/>
                </a:lnTo>
                <a:lnTo>
                  <a:pt x="1070881" y="0"/>
                </a:lnTo>
                <a:lnTo>
                  <a:pt x="5742713" y="0"/>
                </a:lnTo>
                <a:lnTo>
                  <a:pt x="5742713" y="6858000"/>
                </a:lnTo>
                <a:lnTo>
                  <a:pt x="1399942" y="6858000"/>
                </a:lnTo>
                <a:lnTo>
                  <a:pt x="1399942" y="6858001"/>
                </a:lnTo>
                <a:lnTo>
                  <a:pt x="432219" y="6858001"/>
                </a:lnTo>
                <a:lnTo>
                  <a:pt x="432219" y="6857875"/>
                </a:lnTo>
                <a:cubicBezTo>
                  <a:pt x="376711" y="6574049"/>
                  <a:pt x="299871" y="6357020"/>
                  <a:pt x="228147" y="6154501"/>
                </a:cubicBezTo>
                <a:cubicBezTo>
                  <a:pt x="105654" y="5808880"/>
                  <a:pt x="0" y="5510418"/>
                  <a:pt x="0" y="4871088"/>
                </a:cubicBezTo>
                <a:cubicBezTo>
                  <a:pt x="0" y="4231759"/>
                  <a:pt x="105778" y="3933296"/>
                  <a:pt x="228147" y="3587675"/>
                </a:cubicBezTo>
                <a:cubicBezTo>
                  <a:pt x="360743" y="3213534"/>
                  <a:pt x="510929" y="2789484"/>
                  <a:pt x="510929" y="1986662"/>
                </a:cubicBezTo>
                <a:cubicBezTo>
                  <a:pt x="510929" y="1183717"/>
                  <a:pt x="360619" y="759665"/>
                  <a:pt x="228147" y="385649"/>
                </a:cubicBezTo>
                <a:cubicBezTo>
                  <a:pt x="182618" y="257183"/>
                  <a:pt x="139458" y="135346"/>
                  <a:pt x="103159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 image</a:t>
            </a:r>
          </a:p>
        </p:txBody>
      </p:sp>
      <p:pic>
        <p:nvPicPr>
          <p:cNvPr id="5" name="Graphic 4" descr="Gonzaga University Logo">
            <a:extLst>
              <a:ext uri="{FF2B5EF4-FFF2-40B4-BE49-F238E27FC236}">
                <a16:creationId xmlns:a16="http://schemas.microsoft.com/office/drawing/2014/main" id="{8A561D34-9E61-A1BD-A31C-AD9E19E0C0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5496988"/>
            <a:ext cx="2951181" cy="657441"/>
          </a:xfrm>
          <a:prstGeom prst="rect">
            <a:avLst/>
          </a:prstGeom>
        </p:spPr>
      </p:pic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2BA61C5-F37E-0D76-4AC5-87BCBDAB1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315912"/>
            <a:ext cx="5477484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4E3BF7A4-9F6F-4786-BABB-C51C1B27019C}" type="datetime1">
              <a:rPr lang="en-US" smtClean="0"/>
              <a:t>10/17/2026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BC604AD0-3E9F-DB62-DFAE-B9998FA7C95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09601" y="740085"/>
            <a:ext cx="5486400" cy="365126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1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966246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FCBB9C3-7351-599E-3D11-CAC4C4A88998}"/>
              </a:ext>
            </a:extLst>
          </p:cNvPr>
          <p:cNvSpPr/>
          <p:nvPr userDrawn="1"/>
        </p:nvSpPr>
        <p:spPr>
          <a:xfrm>
            <a:off x="4464424" y="0"/>
            <a:ext cx="7727576" cy="68550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>
              <a:latin typeface="Aptos" panose="020B0004020202020204" pitchFamily="34" charset="0"/>
            </a:endParaRPr>
          </a:p>
        </p:txBody>
      </p:sp>
      <p:sp>
        <p:nvSpPr>
          <p:cNvPr id="15" name="Graphic 6">
            <a:extLst>
              <a:ext uri="{FF2B5EF4-FFF2-40B4-BE49-F238E27FC236}">
                <a16:creationId xmlns:a16="http://schemas.microsoft.com/office/drawing/2014/main" id="{36292DAC-91EC-7A04-2552-8D670E39302B}"/>
              </a:ext>
            </a:extLst>
          </p:cNvPr>
          <p:cNvSpPr/>
          <p:nvPr userDrawn="1"/>
        </p:nvSpPr>
        <p:spPr>
          <a:xfrm rot="5400000">
            <a:off x="1068924" y="2688528"/>
            <a:ext cx="6855075" cy="1478019"/>
          </a:xfrm>
          <a:custGeom>
            <a:avLst/>
            <a:gdLst>
              <a:gd name="connsiteX0" fmla="*/ 6858075 w 6858200"/>
              <a:gd name="connsiteY0" fmla="*/ 1046462 h 1478693"/>
              <a:gd name="connsiteX1" fmla="*/ 6154680 w 6858200"/>
              <a:gd name="connsiteY1" fmla="*/ 1250540 h 1478693"/>
              <a:gd name="connsiteX2" fmla="*/ 4871230 w 6858200"/>
              <a:gd name="connsiteY2" fmla="*/ 1478694 h 1478693"/>
              <a:gd name="connsiteX3" fmla="*/ 3587780 w 6858200"/>
              <a:gd name="connsiteY3" fmla="*/ 1250540 h 1478693"/>
              <a:gd name="connsiteX4" fmla="*/ 1986720 w 6858200"/>
              <a:gd name="connsiteY4" fmla="*/ 967750 h 1478693"/>
              <a:gd name="connsiteX5" fmla="*/ 385660 w 6858200"/>
              <a:gd name="connsiteY5" fmla="*/ 1250540 h 1478693"/>
              <a:gd name="connsiteX6" fmla="*/ 0 w 6858200"/>
              <a:gd name="connsiteY6" fmla="*/ 1375532 h 1478693"/>
              <a:gd name="connsiteX7" fmla="*/ 0 w 6858200"/>
              <a:gd name="connsiteY7" fmla="*/ 407782 h 1478693"/>
              <a:gd name="connsiteX8" fmla="*/ 385660 w 6858200"/>
              <a:gd name="connsiteY8" fmla="*/ 282791 h 1478693"/>
              <a:gd name="connsiteX9" fmla="*/ 1986845 w 6858200"/>
              <a:gd name="connsiteY9" fmla="*/ 0 h 1478693"/>
              <a:gd name="connsiteX10" fmla="*/ 3587905 w 6858200"/>
              <a:gd name="connsiteY10" fmla="*/ 282791 h 1478693"/>
              <a:gd name="connsiteX11" fmla="*/ 4871355 w 6858200"/>
              <a:gd name="connsiteY11" fmla="*/ 510944 h 1478693"/>
              <a:gd name="connsiteX12" fmla="*/ 6154805 w 6858200"/>
              <a:gd name="connsiteY12" fmla="*/ 282791 h 1478693"/>
              <a:gd name="connsiteX13" fmla="*/ 6858201 w 6858200"/>
              <a:gd name="connsiteY13" fmla="*/ 78712 h 1478693"/>
              <a:gd name="connsiteX14" fmla="*/ 6858201 w 6858200"/>
              <a:gd name="connsiteY14" fmla="*/ 1046462 h 14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858200" h="1478693">
                <a:moveTo>
                  <a:pt x="6858075" y="1046462"/>
                </a:moveTo>
                <a:cubicBezTo>
                  <a:pt x="6574240" y="1101972"/>
                  <a:pt x="6357205" y="1178814"/>
                  <a:pt x="6154680" y="1250540"/>
                </a:cubicBezTo>
                <a:cubicBezTo>
                  <a:pt x="5809049" y="1373037"/>
                  <a:pt x="5510578" y="1478694"/>
                  <a:pt x="4871230" y="1478694"/>
                </a:cubicBezTo>
                <a:cubicBezTo>
                  <a:pt x="4231882" y="1478694"/>
                  <a:pt x="3933411" y="1372913"/>
                  <a:pt x="3587780" y="1250540"/>
                </a:cubicBezTo>
                <a:cubicBezTo>
                  <a:pt x="3213628" y="1117940"/>
                  <a:pt x="2789565" y="967750"/>
                  <a:pt x="1986720" y="967750"/>
                </a:cubicBezTo>
                <a:cubicBezTo>
                  <a:pt x="1183751" y="967750"/>
                  <a:pt x="759687" y="1118064"/>
                  <a:pt x="385660" y="1250540"/>
                </a:cubicBezTo>
                <a:cubicBezTo>
                  <a:pt x="257190" y="1296071"/>
                  <a:pt x="135350" y="1339232"/>
                  <a:pt x="0" y="1375532"/>
                </a:cubicBezTo>
                <a:lnTo>
                  <a:pt x="0" y="407782"/>
                </a:lnTo>
                <a:cubicBezTo>
                  <a:pt x="135350" y="371482"/>
                  <a:pt x="257190" y="328321"/>
                  <a:pt x="385660" y="282791"/>
                </a:cubicBezTo>
                <a:cubicBezTo>
                  <a:pt x="759812" y="150314"/>
                  <a:pt x="1183876" y="0"/>
                  <a:pt x="1986845" y="0"/>
                </a:cubicBezTo>
                <a:cubicBezTo>
                  <a:pt x="2789690" y="0"/>
                  <a:pt x="3213879" y="150314"/>
                  <a:pt x="3587905" y="282791"/>
                </a:cubicBezTo>
                <a:cubicBezTo>
                  <a:pt x="3933536" y="405287"/>
                  <a:pt x="4232007" y="510944"/>
                  <a:pt x="4871355" y="510944"/>
                </a:cubicBezTo>
                <a:cubicBezTo>
                  <a:pt x="5510703" y="510944"/>
                  <a:pt x="5809174" y="405163"/>
                  <a:pt x="6154805" y="282791"/>
                </a:cubicBezTo>
                <a:cubicBezTo>
                  <a:pt x="6357205" y="211064"/>
                  <a:pt x="6574365" y="134098"/>
                  <a:pt x="6858201" y="78712"/>
                </a:cubicBezTo>
                <a:lnTo>
                  <a:pt x="6858201" y="1046462"/>
                </a:lnTo>
                <a:close/>
              </a:path>
            </a:pathLst>
          </a:custGeom>
          <a:solidFill>
            <a:schemeClr val="tx1"/>
          </a:solidFill>
          <a:ln w="1249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1" i="0">
              <a:latin typeface="Aptos" panose="020B0004020202020204" pitchFamily="34" charset="0"/>
            </a:endParaRPr>
          </a:p>
        </p:txBody>
      </p:sp>
      <p:pic>
        <p:nvPicPr>
          <p:cNvPr id="5" name="Graphic 4" descr="Gonzaga University Logo">
            <a:extLst>
              <a:ext uri="{FF2B5EF4-FFF2-40B4-BE49-F238E27FC236}">
                <a16:creationId xmlns:a16="http://schemas.microsoft.com/office/drawing/2014/main" id="{B1FA444F-DA0B-2169-F17D-DEDC17DEED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5306" y="703570"/>
            <a:ext cx="2872793" cy="192129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8221C0E-2AE0-CEC6-EB0A-B7D08EBD8D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1771" y="1530220"/>
            <a:ext cx="6484922" cy="2646102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5400" b="0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Add Presentation Title Here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3E944B0-7E81-EE7D-5864-35464636AE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01771" y="4417250"/>
            <a:ext cx="6484921" cy="91854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b="0" i="0">
                <a:solidFill>
                  <a:schemeClr val="tx2">
                    <a:lumMod val="40000"/>
                    <a:lumOff val="60000"/>
                  </a:schemeClr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subtitle or delete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322C39A-60F2-74DF-54F0-8E7FB6D10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01771" y="5762516"/>
            <a:ext cx="6484920" cy="39191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defRPr sz="1800" b="1" i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5pPr>
          </a:lstStyle>
          <a:p>
            <a:r>
              <a:rPr lang="en-US"/>
              <a:t>Presenter Name and/or Department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1944836-DCE5-8039-93DE-1B30F16BB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598" y="315912"/>
            <a:ext cx="297609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600" b="1">
                <a:solidFill>
                  <a:schemeClr val="tx2"/>
                </a:solidFill>
              </a:defRPr>
            </a:lvl1pPr>
          </a:lstStyle>
          <a:p>
            <a:pPr algn="r"/>
            <a:fld id="{A561B869-8741-4DBE-9031-5A39C07C804F}" type="datetime1">
              <a:rPr lang="en-US" smtClean="0"/>
              <a:t>10/17/2026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DB4B1AB4-2AF5-375B-7ED6-AC5E7E69C83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888356" y="738372"/>
            <a:ext cx="6698335" cy="258577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r">
              <a:defRPr sz="1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algn="r"/>
            <a:r>
              <a:rPr lang="en-US"/>
              <a:t>Learning Strategies</a:t>
            </a:r>
          </a:p>
        </p:txBody>
      </p:sp>
    </p:spTree>
    <p:extLst>
      <p:ext uri="{BB962C8B-B14F-4D97-AF65-F5344CB8AC3E}">
        <p14:creationId xmlns:p14="http://schemas.microsoft.com/office/powerpoint/2010/main" val="417736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3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llege Hall">
    <p:bg>
      <p:bgPr>
        <a:blipFill dpi="0" rotWithShape="1">
          <a:blip r:embed="rId2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A64CDE7-A409-2150-E02B-0EFBDDDB96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>
            <a:off x="1" y="0"/>
            <a:ext cx="12191999" cy="6858000"/>
          </a:xfrm>
          <a:prstGeom prst="rect">
            <a:avLst/>
          </a:prstGeom>
          <a:solidFill>
            <a:srgbClr val="003055">
              <a:alpha val="5237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>
              <a:latin typeface="Aptos" panose="020B0004020202020204" pitchFamily="34" charset="0"/>
            </a:endParaRPr>
          </a:p>
        </p:txBody>
      </p:sp>
      <p:pic>
        <p:nvPicPr>
          <p:cNvPr id="8" name="Graphic 7" descr="Gonzaga University Logo">
            <a:extLst>
              <a:ext uri="{FF2B5EF4-FFF2-40B4-BE49-F238E27FC236}">
                <a16:creationId xmlns:a16="http://schemas.microsoft.com/office/drawing/2014/main" id="{78151C60-EE8C-9CB9-CA7D-F99164C3FD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9602" y="5260490"/>
            <a:ext cx="4012798" cy="893940"/>
          </a:xfrm>
          <a:prstGeom prst="rect">
            <a:avLst/>
          </a:prstGeom>
        </p:spPr>
      </p:pic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6A54E68A-9613-B778-6C00-0F63C2F22A6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05307" y="707316"/>
            <a:ext cx="7021233" cy="365126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1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40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8E11188-A85C-6CDD-4469-3B586D4FBF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1" y="2304430"/>
            <a:ext cx="7017571" cy="245672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5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Add Presentation Title Here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637448DB-8404-E5E9-4214-0F7FD9DAAF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1" y="4909276"/>
            <a:ext cx="7013908" cy="7320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b="0" i="0">
                <a:solidFill>
                  <a:schemeClr val="tx2">
                    <a:lumMod val="40000"/>
                    <a:lumOff val="60000"/>
                  </a:schemeClr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subtitle or delete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2FE3E9E-A208-78E7-B844-C619B03E5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1" y="5758771"/>
            <a:ext cx="7021233" cy="39191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defRPr sz="1800" b="1" i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5pPr>
          </a:lstStyle>
          <a:p>
            <a:r>
              <a:rPr lang="en-US"/>
              <a:t>Presenter Name and/or Department</a:t>
            </a:r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FF398EA2-8761-BBDC-CA50-4A6FD32492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5307" y="315912"/>
            <a:ext cx="710792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600" b="1">
                <a:solidFill>
                  <a:schemeClr val="bg1"/>
                </a:solidFill>
              </a:defRPr>
            </a:lvl1pPr>
          </a:lstStyle>
          <a:p>
            <a:fld id="{6C361A11-ED31-43BC-B882-5A643E0B1BE1}" type="datetime1">
              <a:rPr lang="en-US" smtClean="0">
                <a:solidFill>
                  <a:schemeClr val="bg1"/>
                </a:solidFill>
              </a:rPr>
              <a:t>10/17/2026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212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Hemmingson">
    <p:bg>
      <p:bgPr>
        <a:blipFill dpi="0" rotWithShape="1">
          <a:blip r:embed="rId2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E3BB0B-F435-2854-B911-BD71EE3389F9}"/>
              </a:ext>
            </a:extLst>
          </p:cNvPr>
          <p:cNvSpPr/>
          <p:nvPr userDrawn="1"/>
        </p:nvSpPr>
        <p:spPr>
          <a:xfrm rot="10800000">
            <a:off x="1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</a:schemeClr>
              </a:gs>
              <a:gs pos="37000">
                <a:srgbClr val="0A2C54">
                  <a:alpha val="71244"/>
                </a:srgbClr>
              </a:gs>
              <a:gs pos="84000">
                <a:schemeClr val="tx1">
                  <a:alpha val="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i="0">
              <a:latin typeface="Aptos" panose="020B0004020202020204" pitchFamily="34" charset="0"/>
            </a:endParaRPr>
          </a:p>
        </p:txBody>
      </p:sp>
      <p:pic>
        <p:nvPicPr>
          <p:cNvPr id="9" name="Graphic 8" descr="Gonzaga University Logo">
            <a:extLst>
              <a:ext uri="{FF2B5EF4-FFF2-40B4-BE49-F238E27FC236}">
                <a16:creationId xmlns:a16="http://schemas.microsoft.com/office/drawing/2014/main" id="{776A9BF4-42D0-F993-7A82-8D52C3968E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40434" y="3926241"/>
            <a:ext cx="3341965" cy="223507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80937-1CB0-23A9-018E-24C61787991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05307" y="707316"/>
            <a:ext cx="7021233" cy="365126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1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4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43D127-7391-586A-FAD9-13BA37C54C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1" y="2304430"/>
            <a:ext cx="7017571" cy="245672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5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Add Presentation Title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B69A32F-954D-3577-BB5E-E2401EBEAB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1" y="4909276"/>
            <a:ext cx="7013908" cy="7320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b="0" i="0">
                <a:solidFill>
                  <a:schemeClr val="tx2">
                    <a:lumMod val="40000"/>
                    <a:lumOff val="60000"/>
                  </a:schemeClr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subtitle or delete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BFB7B85-382C-27BE-6C56-3B6E7966C6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1" y="5758771"/>
            <a:ext cx="7021233" cy="39191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defRPr sz="1800" b="1" i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5pPr>
          </a:lstStyle>
          <a:p>
            <a:r>
              <a:rPr lang="en-US"/>
              <a:t>Presenter Name and/or Department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8F41D0F-9DC9-5521-4919-82DC3446C0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5307" y="315912"/>
            <a:ext cx="710792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600" b="1">
                <a:solidFill>
                  <a:schemeClr val="bg1"/>
                </a:solidFill>
              </a:defRPr>
            </a:lvl1pPr>
          </a:lstStyle>
          <a:p>
            <a:fld id="{E2486A2A-1FD2-42B4-86D8-793BDB02CB22}" type="datetime1">
              <a:rPr lang="en-US" smtClean="0">
                <a:solidFill>
                  <a:schemeClr val="bg1"/>
                </a:solidFill>
              </a:rPr>
              <a:t>10/17/2026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13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t. Ignatius">
    <p:bg>
      <p:bgPr>
        <a:blipFill dpi="0" rotWithShape="1">
          <a:blip r:embed="rId2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AFE3BB0B-F435-2854-B911-BD71EE3389F9}"/>
              </a:ext>
            </a:extLst>
          </p:cNvPr>
          <p:cNvSpPr/>
          <p:nvPr userDrawn="1"/>
        </p:nvSpPr>
        <p:spPr>
          <a:xfrm rot="10800000">
            <a:off x="1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alpha val="77999"/>
                </a:schemeClr>
              </a:gs>
              <a:gs pos="38000">
                <a:srgbClr val="0A2C54">
                  <a:alpha val="68546"/>
                </a:srgbClr>
              </a:gs>
              <a:gs pos="84000">
                <a:schemeClr val="tx1">
                  <a:alpha val="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>
              <a:latin typeface="Aptos" panose="020B0004020202020204" pitchFamily="34" charset="0"/>
            </a:endParaRPr>
          </a:p>
        </p:txBody>
      </p:sp>
      <p:pic>
        <p:nvPicPr>
          <p:cNvPr id="14" name="Graphic 13" descr="Gonzaga University Logo">
            <a:extLst>
              <a:ext uri="{FF2B5EF4-FFF2-40B4-BE49-F238E27FC236}">
                <a16:creationId xmlns:a16="http://schemas.microsoft.com/office/drawing/2014/main" id="{087A74C0-7CE5-E064-28D2-B2127E3F5A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938" y="3926241"/>
            <a:ext cx="3341965" cy="2235073"/>
          </a:xfrm>
          <a:prstGeom prst="rect">
            <a:avLst/>
          </a:prstGeom>
        </p:spPr>
      </p:pic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306C1098-C2CA-A250-24E8-A8FEAACA537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561167" y="707316"/>
            <a:ext cx="7021233" cy="365126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r">
              <a:defRPr sz="1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algn="r"/>
            <a:r>
              <a:rPr lang="en-US"/>
              <a:t>Learning Strategies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EB31D20-3583-7E11-69B8-9710DC4104F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64829" y="2304430"/>
            <a:ext cx="7017571" cy="245672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r">
              <a:defRPr sz="5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Add Presentation Title Here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0D5562D1-2C6D-2795-5215-A47B5C5BC6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68492" y="4909276"/>
            <a:ext cx="7013908" cy="732069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2400" b="0" i="0">
                <a:solidFill>
                  <a:schemeClr val="tx2">
                    <a:lumMod val="40000"/>
                    <a:lumOff val="60000"/>
                  </a:schemeClr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subtitle or delete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837B28F0-D1B9-4CC4-901E-0BB84F2DB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1167" y="5758771"/>
            <a:ext cx="7021233" cy="39191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r">
              <a:defRPr sz="1800" b="1" i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Proxima Nova" panose="02000506030000020004" pitchFamily="2" charset="0"/>
              </a:defRPr>
            </a:lvl5pPr>
          </a:lstStyle>
          <a:p>
            <a:r>
              <a:rPr lang="en-US"/>
              <a:t>Presenter Name and/or Department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36B97262-2750-48F6-A985-9F934C7E6E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74474" y="315912"/>
            <a:ext cx="710792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pPr algn="r"/>
            <a:fld id="{9DA5F3FC-E331-46C4-87E0-8C0C6A4359F1}" type="datetime1">
              <a:rPr lang="en-US" smtClean="0"/>
              <a:t>10/17/2026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929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rawing of a fountain&#10;&#10;AI-generated content may be incorrect.">
            <a:extLst>
              <a:ext uri="{FF2B5EF4-FFF2-40B4-BE49-F238E27FC236}">
                <a16:creationId xmlns:a16="http://schemas.microsoft.com/office/drawing/2014/main" id="{604C2426-530B-D7DE-D1DB-B9E0AB0AA1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1771" t="13664" r="13199" b="13664"/>
          <a:stretch>
            <a:fillRect/>
          </a:stretch>
        </p:blipFill>
        <p:spPr>
          <a:xfrm>
            <a:off x="-131772" y="0"/>
            <a:ext cx="123237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B99FBC-70AF-F440-FFAC-559EBD104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4808" y="1574035"/>
            <a:ext cx="5851904" cy="330113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defRPr sz="6000" b="0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Add section header text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708618-3E7A-4A06-CEAF-A6B4F7CD4F3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4807" y="5030157"/>
            <a:ext cx="6333307" cy="937648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text or delete — </a:t>
            </a:r>
            <a:r>
              <a:rPr lang="en-US" sz="2400" b="0"/>
              <a:t>Do not overlay any graphics, charts, tables, etc.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658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ollege Hal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rawing of a building&#10;&#10;Description automatically generated">
            <a:extLst>
              <a:ext uri="{FF2B5EF4-FFF2-40B4-BE49-F238E27FC236}">
                <a16:creationId xmlns:a16="http://schemas.microsoft.com/office/drawing/2014/main" id="{87E75D5F-45B6-83A6-AFF5-91A2DA55AD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biLevel thresh="75000"/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6287" b="-289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03367D5-6382-EB34-C978-854057F41E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76856" y="772819"/>
            <a:ext cx="5694316" cy="330113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r">
              <a:defRPr sz="6000" b="0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Add section header text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779E977-82C8-E7B8-3841-C26D2B68A7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76856" y="4228941"/>
            <a:ext cx="5694316" cy="11905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text or delete — </a:t>
            </a:r>
            <a:r>
              <a:rPr lang="en-US" sz="2400" b="0"/>
              <a:t>Do not overlay any graphics, charts, tables, etc.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875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Bulldog Alley"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rawing of a park with trees and a sign&#10;&#10;AI-generated content may be incorrect.">
            <a:extLst>
              <a:ext uri="{FF2B5EF4-FFF2-40B4-BE49-F238E27FC236}">
                <a16:creationId xmlns:a16="http://schemas.microsoft.com/office/drawing/2014/main" id="{B48168B8-65E7-77C9-E0CE-916E931387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1508" t="-6846" r="-758" b="-31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E566480-278A-9A21-88A8-BCB1A6BF0D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6172" y="1676121"/>
            <a:ext cx="7480515" cy="330113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defRPr sz="5400" b="0" i="0">
                <a:solidFill>
                  <a:schemeClr val="accent1">
                    <a:lumMod val="50000"/>
                  </a:schemeClr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Add section header text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8AADACA-3D83-D43A-D677-621EACCD0B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6172" y="5132243"/>
            <a:ext cx="7480515" cy="8705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text or delete — </a:t>
            </a:r>
            <a:r>
              <a:rPr lang="en-US" sz="2400" b="0"/>
              <a:t>Do not overlay any graphics, charts, tables, etc.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867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quirrel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drawing of a squirrel&#10;&#10;AI-generated content may be incorrect.">
            <a:extLst>
              <a:ext uri="{FF2B5EF4-FFF2-40B4-BE49-F238E27FC236}">
                <a16:creationId xmlns:a16="http://schemas.microsoft.com/office/drawing/2014/main" id="{158B0730-D2E9-E6B8-E70C-C6E92ADDE4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4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768" t="3401" r="-24490" b="8848"/>
          <a:stretch>
            <a:fillRect/>
          </a:stretch>
        </p:blipFill>
        <p:spPr>
          <a:xfrm>
            <a:off x="0" y="-61969"/>
            <a:ext cx="9852660" cy="6919969"/>
          </a:xfrm>
          <a:prstGeom prst="rect">
            <a:avLst/>
          </a:prstGeom>
        </p:spPr>
      </p:pic>
      <p:pic>
        <p:nvPicPr>
          <p:cNvPr id="6" name="Picture 5" descr="A drawing of a building&#10;&#10;Description automatically generated" hidden="1">
            <a:extLst>
              <a:ext uri="{FF2B5EF4-FFF2-40B4-BE49-F238E27FC236}">
                <a16:creationId xmlns:a16="http://schemas.microsoft.com/office/drawing/2014/main" id="{87E75D5F-45B6-83A6-AFF5-91A2DA55AD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prstClr val="black"/>
              <a:schemeClr val="tx2">
                <a:tint val="45000"/>
                <a:satMod val="400000"/>
              </a:schemeClr>
            </a:duotone>
            <a:alphaModFix amt="4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373" y="619451"/>
            <a:ext cx="10228243" cy="647210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DD6A897-6836-E352-2849-C8A014ABFA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50946" y="1321459"/>
            <a:ext cx="5920226" cy="330113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r">
              <a:defRPr sz="6000" b="0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Add section header text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19FF331-0100-8A8D-5B7B-CCB0FD4C9D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50946" y="4777581"/>
            <a:ext cx="5920226" cy="11905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text or delete — </a:t>
            </a:r>
            <a:r>
              <a:rPr lang="en-US" sz="2400" b="0"/>
              <a:t>Do not overlay any graphics, charts, tables, etc.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711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Bronze Bulldo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drawing of a dog&#10;&#10;AI-generated content may be incorrect.">
            <a:extLst>
              <a:ext uri="{FF2B5EF4-FFF2-40B4-BE49-F238E27FC236}">
                <a16:creationId xmlns:a16="http://schemas.microsoft.com/office/drawing/2014/main" id="{AFF38A63-9C16-ADAC-A429-47BE209919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8113" t="25421" r="16147" b="15163"/>
          <a:stretch>
            <a:fillRect/>
          </a:stretch>
        </p:blipFill>
        <p:spPr>
          <a:xfrm>
            <a:off x="0" y="0"/>
            <a:ext cx="12192001" cy="6857998"/>
          </a:xfrm>
          <a:prstGeom prst="rect">
            <a:avLst/>
          </a:prstGeom>
        </p:spPr>
      </p:pic>
      <p:pic>
        <p:nvPicPr>
          <p:cNvPr id="6" name="Picture 5" descr="A drawing of a building&#10;&#10;Description automatically generated" hidden="1">
            <a:extLst>
              <a:ext uri="{FF2B5EF4-FFF2-40B4-BE49-F238E27FC236}">
                <a16:creationId xmlns:a16="http://schemas.microsoft.com/office/drawing/2014/main" id="{87E75D5F-45B6-83A6-AFF5-91A2DA55AD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prstClr val="black"/>
              <a:schemeClr val="tx2">
                <a:tint val="45000"/>
                <a:satMod val="400000"/>
              </a:schemeClr>
            </a:duotone>
            <a:alphaModFix amt="4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373" y="619451"/>
            <a:ext cx="10228243" cy="647210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AF72AD4-F155-7C2F-4C25-F738B7D1E3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4051" y="1525514"/>
            <a:ext cx="5593719" cy="330113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defRPr sz="6000" b="0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Add section header text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C3B9FE7-79B6-FA24-AB8D-49A7AAD699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4051" y="4981636"/>
            <a:ext cx="5593719" cy="11905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text or delete — </a:t>
            </a:r>
            <a:r>
              <a:rPr lang="en-US" sz="2400" b="0"/>
              <a:t>Do not overlay any graphics, charts, tables, etc.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08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Flower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drawing of flowers&#10;&#10;AI-generated content may be incorrect.">
            <a:extLst>
              <a:ext uri="{FF2B5EF4-FFF2-40B4-BE49-F238E27FC236}">
                <a16:creationId xmlns:a16="http://schemas.microsoft.com/office/drawing/2014/main" id="{533A90CE-42E5-91C6-2359-3493666EAD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4">
                <a:tint val="45000"/>
                <a:satMod val="400000"/>
              </a:schemeClr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48" r="-65777" b="2497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drawing of a building&#10;&#10;Description automatically generated" hidden="1">
            <a:extLst>
              <a:ext uri="{FF2B5EF4-FFF2-40B4-BE49-F238E27FC236}">
                <a16:creationId xmlns:a16="http://schemas.microsoft.com/office/drawing/2014/main" id="{87E75D5F-45B6-83A6-AFF5-91A2DA55AD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prstClr val="black"/>
              <a:schemeClr val="tx2">
                <a:tint val="45000"/>
                <a:satMod val="400000"/>
              </a:schemeClr>
            </a:duotone>
            <a:alphaModFix amt="4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373" y="619451"/>
            <a:ext cx="10228243" cy="647210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1134035C-073C-77FE-8575-AD0FB6DAE1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82466" y="1000462"/>
            <a:ext cx="5188706" cy="2989168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r">
              <a:defRPr sz="5400" b="0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Add section header text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027D0A7-930A-9912-07E9-BDDE5F8FBF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2466" y="4144612"/>
            <a:ext cx="5188706" cy="11905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text or delete — </a:t>
            </a:r>
            <a:r>
              <a:rPr lang="en-US" sz="2400" b="0"/>
              <a:t>Do not overlay any graphics, charts, tables, etc.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84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t Al's"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847877B-B413-4F35-0BC4-4A47E45AB5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8600" t="4321" r="4941" b="121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F27BE75-B37B-03A3-0003-385C53117D0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8533" y="891153"/>
            <a:ext cx="5327467" cy="330113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defRPr sz="6000" b="0" i="0">
                <a:solidFill>
                  <a:schemeClr val="accent1">
                    <a:lumMod val="50000"/>
                  </a:schemeClr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Add section header text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5593DEB-547C-0F55-36AA-90DEDD3AB2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8533" y="4347275"/>
            <a:ext cx="5076008" cy="16195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text or delete — </a:t>
            </a:r>
            <a:r>
              <a:rPr lang="en-US" sz="2400" b="0"/>
              <a:t>Do not overlay any graphics, charts, tables, etc.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10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ollege Hall Stair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rawing of a staircase&#10;&#10;AI-generated content may be incorrect.">
            <a:extLst>
              <a:ext uri="{FF2B5EF4-FFF2-40B4-BE49-F238E27FC236}">
                <a16:creationId xmlns:a16="http://schemas.microsoft.com/office/drawing/2014/main" id="{2583FF39-3A09-FC96-1A53-9C1910F8B6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5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584" t="10072" r="-79692" b="138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drawing of a building&#10;&#10;Description automatically generated" hidden="1">
            <a:extLst>
              <a:ext uri="{FF2B5EF4-FFF2-40B4-BE49-F238E27FC236}">
                <a16:creationId xmlns:a16="http://schemas.microsoft.com/office/drawing/2014/main" id="{87E75D5F-45B6-83A6-AFF5-91A2DA55AD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prstClr val="black"/>
              <a:schemeClr val="tx2">
                <a:tint val="45000"/>
                <a:satMod val="400000"/>
              </a:schemeClr>
            </a:duotone>
            <a:alphaModFix amt="4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373" y="619451"/>
            <a:ext cx="10228243" cy="647210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94A6FF3-4EA7-61B1-E1C9-52A56EAEA9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7914" y="891153"/>
            <a:ext cx="5963257" cy="330113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r">
              <a:defRPr sz="6000" b="0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Add section header text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9AA58DD-096B-9CFD-5383-02C21AA8650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7914" y="4347275"/>
            <a:ext cx="5963257" cy="11905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text or delete — </a:t>
            </a:r>
            <a:r>
              <a:rPr lang="en-US" sz="2400" b="0"/>
              <a:t>Do not overlay any graphics, charts, tables, etc.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25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1E1EF-212C-115C-0FBB-09899B03B9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699" y="1540555"/>
            <a:ext cx="686249" cy="503803"/>
          </a:xfrm>
          <a:prstGeom prst="rect">
            <a:avLst/>
          </a:prstGeom>
        </p:spPr>
        <p:txBody>
          <a:bodyPr lIns="0" tIns="0" rIns="182880" bIns="0" anchor="ctr">
            <a:noAutofit/>
          </a:bodyPr>
          <a:lstStyle>
            <a:lvl1pPr>
              <a:defRPr sz="2800" b="1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165BF41-E096-A985-BC60-592A9065B6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14046" y="1540555"/>
            <a:ext cx="6615858" cy="50380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Add list item here or delete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77FEB53-F0BC-931C-E6D5-A9B0023638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699" y="2230466"/>
            <a:ext cx="686249" cy="503803"/>
          </a:xfrm>
          <a:prstGeom prst="rect">
            <a:avLst/>
          </a:prstGeom>
        </p:spPr>
        <p:txBody>
          <a:bodyPr lIns="0" tIns="0" rIns="182880" bIns="0" anchor="ctr">
            <a:noAutofit/>
          </a:bodyPr>
          <a:lstStyle>
            <a:lvl1pPr>
              <a:defRPr sz="2800" b="1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AF7AB70-07AD-E2C8-0537-95081D143D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4046" y="2230466"/>
            <a:ext cx="6615858" cy="50380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Add list item here or delete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7EF27503-D063-AE13-CA9F-DA3AEC3EA6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7699" y="2908753"/>
            <a:ext cx="686249" cy="503803"/>
          </a:xfrm>
          <a:prstGeom prst="rect">
            <a:avLst/>
          </a:prstGeom>
        </p:spPr>
        <p:txBody>
          <a:bodyPr lIns="0" tIns="0" rIns="182880" bIns="0" anchor="ctr">
            <a:noAutofit/>
          </a:bodyPr>
          <a:lstStyle>
            <a:lvl1pPr>
              <a:defRPr sz="2800" b="1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A3B2B02A-76B7-2765-0F2E-439BEC31C6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14046" y="2908753"/>
            <a:ext cx="6615858" cy="50380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Add list item here or delete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8780125-1771-816E-2110-69D2828D10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7699" y="3598664"/>
            <a:ext cx="686249" cy="503803"/>
          </a:xfrm>
          <a:prstGeom prst="rect">
            <a:avLst/>
          </a:prstGeom>
        </p:spPr>
        <p:txBody>
          <a:bodyPr lIns="0" tIns="0" rIns="182880" bIns="0" anchor="ctr">
            <a:noAutofit/>
          </a:bodyPr>
          <a:lstStyle>
            <a:lvl1pPr>
              <a:defRPr sz="2800" b="1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D9C42BB-3374-DE99-6FB2-6AEEBB241E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14046" y="3598664"/>
            <a:ext cx="6615858" cy="50380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Add list item here or delete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7085BEB-4C14-4135-EC3D-8EC9BABC60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" y="4288575"/>
            <a:ext cx="686249" cy="503803"/>
          </a:xfrm>
          <a:prstGeom prst="rect">
            <a:avLst/>
          </a:prstGeom>
        </p:spPr>
        <p:txBody>
          <a:bodyPr lIns="0" tIns="0" rIns="182880" bIns="0" anchor="ctr">
            <a:noAutofit/>
          </a:bodyPr>
          <a:lstStyle>
            <a:lvl1pPr>
              <a:defRPr sz="2800" b="1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82F150F1-ABE2-72EC-E490-1BB14DA3DA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14046" y="4288575"/>
            <a:ext cx="6615858" cy="50380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Add list item here or delete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9D15DC9-23A2-4962-AF3C-4E2F84D3D68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7699" y="4978486"/>
            <a:ext cx="686249" cy="503803"/>
          </a:xfrm>
          <a:prstGeom prst="rect">
            <a:avLst/>
          </a:prstGeom>
        </p:spPr>
        <p:txBody>
          <a:bodyPr lIns="0" tIns="0" rIns="182880" bIns="0" anchor="ctr">
            <a:noAutofit/>
          </a:bodyPr>
          <a:lstStyle>
            <a:lvl1pPr>
              <a:defRPr sz="2800" b="1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3B0B0133-CED3-9D81-9F30-D3957F78D10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14046" y="4978486"/>
            <a:ext cx="6615858" cy="50380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Add list item here or delete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E41E4A6F-51A9-EC92-0166-7E4BEEC8BD5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391525" y="0"/>
            <a:ext cx="3800474" cy="6857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182880" tIns="182880" rIns="182880" bIns="182880" anchor="ctr">
            <a:noAutofit/>
          </a:bodyPr>
          <a:lstStyle>
            <a:lvl1pPr marL="0" indent="0" algn="ctr">
              <a:buNone/>
              <a:defRPr sz="2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 image or delete.</a:t>
            </a: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46132BC9-2EAB-3F74-8B67-BCCBD35C1D5D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605307" y="315912"/>
            <a:ext cx="730933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627616-04F4-4819-A75A-8E6B360675B8}" type="datetime1">
              <a:rPr lang="en-US" smtClean="0">
                <a:solidFill>
                  <a:schemeClr val="bg1"/>
                </a:solidFill>
              </a:rPr>
              <a:t>10/17/2026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9260FE8D-B49A-C7B6-82FD-73519CF87B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433473"/>
            <a:ext cx="7382204" cy="947056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4000" b="0" i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9D39321-2F6E-7A86-6CCB-C534992A13E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7699" y="5668397"/>
            <a:ext cx="686249" cy="503803"/>
          </a:xfrm>
          <a:prstGeom prst="rect">
            <a:avLst/>
          </a:prstGeom>
        </p:spPr>
        <p:txBody>
          <a:bodyPr lIns="0" tIns="0" rIns="182880" bIns="0" anchor="ctr">
            <a:noAutofit/>
          </a:bodyPr>
          <a:lstStyle>
            <a:lvl1pPr>
              <a:defRPr sz="2800" b="1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D92E2287-1A1A-C5B3-615F-FEF6327BBB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14046" y="5668397"/>
            <a:ext cx="6615858" cy="50380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Add list item here or delete</a:t>
            </a:r>
          </a:p>
        </p:txBody>
      </p:sp>
    </p:spTree>
    <p:extLst>
      <p:ext uri="{BB962C8B-B14F-4D97-AF65-F5344CB8AC3E}">
        <p14:creationId xmlns:p14="http://schemas.microsoft.com/office/powerpoint/2010/main" val="3963924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imple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F0DEA231-01D9-CF29-F3D7-D237B8A55F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4651" y="2527360"/>
            <a:ext cx="8537749" cy="364484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457200" marR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Add list item</a:t>
            </a:r>
          </a:p>
          <a:p>
            <a:pPr lvl="0"/>
            <a:r>
              <a:rPr lang="en-US"/>
              <a:t>Add list item</a:t>
            </a:r>
          </a:p>
          <a:p>
            <a:pPr lvl="0"/>
            <a:r>
              <a:rPr lang="en-US"/>
              <a:t>Add list item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list item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list item</a:t>
            </a:r>
          </a:p>
          <a:p>
            <a:pPr lvl="0"/>
            <a:endParaRPr lang="en-US"/>
          </a:p>
        </p:txBody>
      </p:sp>
      <p:sp>
        <p:nvSpPr>
          <p:cNvPr id="2" name="Title 17">
            <a:extLst>
              <a:ext uri="{FF2B5EF4-FFF2-40B4-BE49-F238E27FC236}">
                <a16:creationId xmlns:a16="http://schemas.microsoft.com/office/drawing/2014/main" id="{3230D361-77E4-DA75-5E99-57ACD06D1C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7542" y="685801"/>
            <a:ext cx="10014857" cy="1619250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000" b="1" i="0">
                <a:solidFill>
                  <a:schemeClr val="tx1"/>
                </a:solidFill>
                <a:latin typeface="Aptos ExtraBold" panose="020B0004020202020204" pitchFamily="34" charset="0"/>
              </a:defRPr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B15D3B-8FDC-2F6F-AD0E-C441645BC7C6}"/>
              </a:ext>
            </a:extLst>
          </p:cNvPr>
          <p:cNvSpPr/>
          <p:nvPr userDrawn="1"/>
        </p:nvSpPr>
        <p:spPr>
          <a:xfrm>
            <a:off x="-1" y="6424527"/>
            <a:ext cx="12192001" cy="4334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CA8570-2275-97E6-3F01-D536891A8CBD}"/>
              </a:ext>
            </a:extLst>
          </p:cNvPr>
          <p:cNvSpPr/>
          <p:nvPr userDrawn="1"/>
        </p:nvSpPr>
        <p:spPr>
          <a:xfrm>
            <a:off x="10051656" y="6253518"/>
            <a:ext cx="1815353" cy="604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430E4D0-6B18-E40C-DDE8-067C05F51B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4732" y="6428153"/>
            <a:ext cx="1369199" cy="30502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36E96-6CF8-614A-0008-653A6CD882AB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09600" y="6519053"/>
            <a:ext cx="9311640" cy="24442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r">
              <a:defRPr sz="1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804372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Sing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7">
            <a:extLst>
              <a:ext uri="{FF2B5EF4-FFF2-40B4-BE49-F238E27FC236}">
                <a16:creationId xmlns:a16="http://schemas.microsoft.com/office/drawing/2014/main" id="{80227492-7DC0-189A-4147-7727A273DE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" y="696315"/>
            <a:ext cx="6166757" cy="151173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D915F9F9-A5F7-1505-BC58-23EFB62BA94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608335" y="696315"/>
            <a:ext cx="3935966" cy="52479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91440" tIns="91440" rIns="91440" bIns="9144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 sz="2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 image or delete.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F0DEA231-01D9-CF29-F3D7-D237B8A55F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699" y="2346960"/>
            <a:ext cx="6166757" cy="2667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endParaRPr lang="en-US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1746E5F0-E06B-792C-6249-B4121F0C09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03701" y="4997205"/>
            <a:ext cx="3510168" cy="582240"/>
          </a:xfrm>
          <a:prstGeom prst="rect">
            <a:avLst/>
          </a:prstGeom>
          <a:solidFill>
            <a:schemeClr val="accent4"/>
          </a:solidFill>
        </p:spPr>
        <p:txBody>
          <a:bodyPr lIns="182880" tIns="0" rIns="182880" bIns="0" anchor="b">
            <a:norm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Add name or delete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F03BABAD-A41D-EFE4-F8C5-269BF7C501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03701" y="5579445"/>
            <a:ext cx="3510168" cy="582240"/>
          </a:xfrm>
          <a:prstGeom prst="rect">
            <a:avLst/>
          </a:prstGeom>
          <a:solidFill>
            <a:schemeClr val="accent4"/>
          </a:solidFill>
        </p:spPr>
        <p:txBody>
          <a:bodyPr lIns="182880" tIns="0" rIns="182880" bIns="0" anchor="t">
            <a:norm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600" b="0" i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Add title or delete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E98205-BBBF-491B-B07B-2426ADDE1F52}"/>
              </a:ext>
            </a:extLst>
          </p:cNvPr>
          <p:cNvSpPr/>
          <p:nvPr userDrawn="1"/>
        </p:nvSpPr>
        <p:spPr>
          <a:xfrm>
            <a:off x="-1" y="6424527"/>
            <a:ext cx="12192001" cy="4334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1D1BC7-6865-F080-C001-D3CE0CAC1200}"/>
              </a:ext>
            </a:extLst>
          </p:cNvPr>
          <p:cNvSpPr/>
          <p:nvPr userDrawn="1"/>
        </p:nvSpPr>
        <p:spPr>
          <a:xfrm>
            <a:off x="10051656" y="6253518"/>
            <a:ext cx="1815353" cy="604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71B013B8-1F38-B3E0-88D6-0A1A3F1BD7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4732" y="6428153"/>
            <a:ext cx="1369199" cy="305020"/>
          </a:xfrm>
          <a:prstGeom prst="rect">
            <a:avLst/>
          </a:prstGeom>
        </p:spPr>
      </p:pic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EDED1D3C-E0D7-DBC3-0068-505891C64557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09600" y="6519053"/>
            <a:ext cx="9311640" cy="24442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r">
              <a:defRPr sz="1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717500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A3DA7DAA-0261-0F26-6E70-44C2AE5C2F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" y="433473"/>
            <a:ext cx="10798629" cy="947056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289F2254-A5BC-D668-4E70-A1881630048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81599" y="1727061"/>
            <a:ext cx="1828800" cy="2374173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 sz="14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 image.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D39E2F2-2AF1-F1F4-F2CD-B795EC73AE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2430" y="4209040"/>
            <a:ext cx="1828800" cy="70702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Lastname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58D42115-9129-F22C-4C90-68A2B5C2B6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2430" y="5002262"/>
            <a:ext cx="1828800" cy="89847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Title and/or description goes here or delete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C154FF4-FBC9-0458-B787-181BE56EFA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51901" y="1727061"/>
            <a:ext cx="1828800" cy="2374173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 sz="14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 image.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E1AD99E-DC7B-4AB2-CFE2-E33E41EAA2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51901" y="4209040"/>
            <a:ext cx="1828800" cy="70702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Lastname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C4A9D293-EDA1-8066-2E45-3F5092880E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51901" y="5002262"/>
            <a:ext cx="1828800" cy="89847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Title and/or description goes here or delete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F97FD515-9A7D-31EE-AE60-5CD8AE87159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522203" y="1726837"/>
            <a:ext cx="1828800" cy="2378607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 sz="14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 image.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3DB53537-2E0E-C698-2094-E09F32D38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22203" y="4209040"/>
            <a:ext cx="1828800" cy="70702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Lastname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EB048044-A4F8-F268-3109-6D7080841D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22203" y="5002262"/>
            <a:ext cx="1828800" cy="89847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Title and/or description goes here or delete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785C48E1-065C-A408-DAC4-E0D4832A2FB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011298" y="1727061"/>
            <a:ext cx="1828800" cy="2374173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 sz="14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 image.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D0FB3775-F69D-9991-4DB6-6C501B63A0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011298" y="4209040"/>
            <a:ext cx="1828800" cy="70702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Lastname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BF8BD04-5E99-118C-471E-6DD87D18771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11298" y="5002262"/>
            <a:ext cx="1828800" cy="89847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Title and/or description goes here or delete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927BB618-6F1C-8C4F-310A-099409F45FA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40997" y="1727061"/>
            <a:ext cx="1828800" cy="2374173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 sz="14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 image.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3221461-7A8E-CDC3-95FF-A3794A43390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0996" y="4209040"/>
            <a:ext cx="1828800" cy="70702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Lastname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4BD25DB-0855-2320-B4E8-9981F632F25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0996" y="5002262"/>
            <a:ext cx="1828800" cy="89847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Title and/or description goes here or delete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E163A5-0FD6-963E-69DF-F6EC1C22AA98}"/>
              </a:ext>
            </a:extLst>
          </p:cNvPr>
          <p:cNvSpPr/>
          <p:nvPr userDrawn="1"/>
        </p:nvSpPr>
        <p:spPr>
          <a:xfrm>
            <a:off x="-1" y="6424527"/>
            <a:ext cx="12192001" cy="4334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B932AE-8FC9-1236-E4FB-FE49459FCB41}"/>
              </a:ext>
            </a:extLst>
          </p:cNvPr>
          <p:cNvSpPr/>
          <p:nvPr userDrawn="1"/>
        </p:nvSpPr>
        <p:spPr>
          <a:xfrm>
            <a:off x="10051656" y="6253518"/>
            <a:ext cx="1815353" cy="604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A5AFA80B-FC29-9954-7AB0-1B2E1A11C9C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09600" y="6519053"/>
            <a:ext cx="9311640" cy="24442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r">
              <a:defRPr sz="1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10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7C6FE6A2-23D5-66DC-D132-C27CF4B2D0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4732" y="6428153"/>
            <a:ext cx="1369199" cy="30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178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Quote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B94FB5-7C76-2D6F-D93A-72A761E39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43641" y="0"/>
            <a:ext cx="20483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raphic 2">
            <a:extLst>
              <a:ext uri="{FF2B5EF4-FFF2-40B4-BE49-F238E27FC236}">
                <a16:creationId xmlns:a16="http://schemas.microsoft.com/office/drawing/2014/main" id="{E31BBB79-B70D-2EA2-3525-543C7C7A1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600488" y="2687169"/>
            <a:ext cx="6862127" cy="1479539"/>
          </a:xfrm>
          <a:custGeom>
            <a:avLst/>
            <a:gdLst>
              <a:gd name="connsiteX0" fmla="*/ 5221986 w 5222081"/>
              <a:gd name="connsiteY0" fmla="*/ 796814 h 1125930"/>
              <a:gd name="connsiteX1" fmla="*/ 4686396 w 5222081"/>
              <a:gd name="connsiteY1" fmla="*/ 952207 h 1125930"/>
              <a:gd name="connsiteX2" fmla="*/ 3709130 w 5222081"/>
              <a:gd name="connsiteY2" fmla="*/ 1125931 h 1125930"/>
              <a:gd name="connsiteX3" fmla="*/ 2731865 w 5222081"/>
              <a:gd name="connsiteY3" fmla="*/ 952207 h 1125930"/>
              <a:gd name="connsiteX4" fmla="*/ 1512761 w 5222081"/>
              <a:gd name="connsiteY4" fmla="*/ 736880 h 1125930"/>
              <a:gd name="connsiteX5" fmla="*/ 293656 w 5222081"/>
              <a:gd name="connsiteY5" fmla="*/ 952207 h 1125930"/>
              <a:gd name="connsiteX6" fmla="*/ 0 w 5222081"/>
              <a:gd name="connsiteY6" fmla="*/ 1047380 h 1125930"/>
              <a:gd name="connsiteX7" fmla="*/ 0 w 5222081"/>
              <a:gd name="connsiteY7" fmla="*/ 310500 h 1125930"/>
              <a:gd name="connsiteX8" fmla="*/ 293656 w 5222081"/>
              <a:gd name="connsiteY8" fmla="*/ 215327 h 1125930"/>
              <a:gd name="connsiteX9" fmla="*/ 1512856 w 5222081"/>
              <a:gd name="connsiteY9" fmla="*/ 0 h 1125930"/>
              <a:gd name="connsiteX10" fmla="*/ 2731961 w 5222081"/>
              <a:gd name="connsiteY10" fmla="*/ 215327 h 1125930"/>
              <a:gd name="connsiteX11" fmla="*/ 3709226 w 5222081"/>
              <a:gd name="connsiteY11" fmla="*/ 389051 h 1125930"/>
              <a:gd name="connsiteX12" fmla="*/ 4686491 w 5222081"/>
              <a:gd name="connsiteY12" fmla="*/ 215327 h 1125930"/>
              <a:gd name="connsiteX13" fmla="*/ 5222082 w 5222081"/>
              <a:gd name="connsiteY13" fmla="*/ 59934 h 1125930"/>
              <a:gd name="connsiteX14" fmla="*/ 5222082 w 5222081"/>
              <a:gd name="connsiteY14" fmla="*/ 796814 h 112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22081" h="1125930">
                <a:moveTo>
                  <a:pt x="5221986" y="796814"/>
                </a:moveTo>
                <a:cubicBezTo>
                  <a:pt x="5005864" y="839082"/>
                  <a:pt x="4840605" y="897591"/>
                  <a:pt x="4686396" y="952207"/>
                </a:cubicBezTo>
                <a:cubicBezTo>
                  <a:pt x="4423220" y="1045480"/>
                  <a:pt x="4195953" y="1125931"/>
                  <a:pt x="3709130" y="1125931"/>
                </a:cubicBezTo>
                <a:cubicBezTo>
                  <a:pt x="3222308" y="1125931"/>
                  <a:pt x="2995041" y="1045385"/>
                  <a:pt x="2731865" y="952207"/>
                </a:cubicBezTo>
                <a:cubicBezTo>
                  <a:pt x="2446973" y="851239"/>
                  <a:pt x="2124075" y="736880"/>
                  <a:pt x="1512761" y="736880"/>
                </a:cubicBezTo>
                <a:cubicBezTo>
                  <a:pt x="901351" y="736880"/>
                  <a:pt x="578453" y="851334"/>
                  <a:pt x="293656" y="952207"/>
                </a:cubicBezTo>
                <a:cubicBezTo>
                  <a:pt x="195834" y="986875"/>
                  <a:pt x="103061" y="1019740"/>
                  <a:pt x="0" y="1047380"/>
                </a:cubicBezTo>
                <a:lnTo>
                  <a:pt x="0" y="310500"/>
                </a:lnTo>
                <a:cubicBezTo>
                  <a:pt x="103061" y="282860"/>
                  <a:pt x="195834" y="249996"/>
                  <a:pt x="293656" y="215327"/>
                </a:cubicBezTo>
                <a:cubicBezTo>
                  <a:pt x="578549" y="114455"/>
                  <a:pt x="901446" y="0"/>
                  <a:pt x="1512856" y="0"/>
                </a:cubicBezTo>
                <a:cubicBezTo>
                  <a:pt x="2124170" y="0"/>
                  <a:pt x="2447163" y="114455"/>
                  <a:pt x="2731961" y="215327"/>
                </a:cubicBezTo>
                <a:cubicBezTo>
                  <a:pt x="2995136" y="308600"/>
                  <a:pt x="3222403" y="389051"/>
                  <a:pt x="3709226" y="389051"/>
                </a:cubicBezTo>
                <a:cubicBezTo>
                  <a:pt x="4196048" y="389051"/>
                  <a:pt x="4423315" y="308505"/>
                  <a:pt x="4686491" y="215327"/>
                </a:cubicBezTo>
                <a:cubicBezTo>
                  <a:pt x="4840605" y="160712"/>
                  <a:pt x="5005959" y="102107"/>
                  <a:pt x="5222082" y="59934"/>
                </a:cubicBezTo>
                <a:lnTo>
                  <a:pt x="5222082" y="79681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1">
              <a:latin typeface="Aptos" panose="020B0004020202020204" pitchFamily="34" charset="0"/>
            </a:endParaRP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80227492-7DC0-189A-4147-7727A273DE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208868"/>
            <a:ext cx="3496480" cy="440926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defRPr sz="4800" b="1" i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F0DEA231-01D9-CF29-F3D7-D237B8A55F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57701" y="1239864"/>
            <a:ext cx="6693330" cy="350015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3600" b="0" i="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“Lorem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.”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1B75BBC-282E-B6A4-53F3-E4956676DB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57701" y="4967928"/>
            <a:ext cx="6693330" cy="650208"/>
          </a:xfrm>
        </p:spPr>
        <p:txBody>
          <a:bodyPr>
            <a:normAutofit/>
          </a:bodyPr>
          <a:lstStyle>
            <a:lvl1pPr algn="r">
              <a:defRPr sz="1100"/>
            </a:lvl1pPr>
          </a:lstStyle>
          <a:p>
            <a:pPr lvl="0"/>
            <a:r>
              <a:rPr lang="en-US"/>
              <a:t>Add name/title/source or delete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FED582-6A3E-A62E-29C0-B405543A5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424527"/>
            <a:ext cx="12192001" cy="4334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79B88C-ECEF-EFE9-C421-6DF0C87F8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51656" y="6253518"/>
            <a:ext cx="1815353" cy="604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73E7A66-527C-22EE-1CE1-F3ACE24DE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4732" y="6428153"/>
            <a:ext cx="1369199" cy="305020"/>
          </a:xfrm>
          <a:prstGeom prst="rect">
            <a:avLst/>
          </a:prstGeom>
        </p:spPr>
      </p:pic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00327FD-4ACA-1CB1-CF39-59A31B7CBE43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09600" y="6519053"/>
            <a:ext cx="9311640" cy="24442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r">
              <a:defRPr sz="1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372338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nly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DCBF7C2-84C3-EA8E-2AE6-42DCC6E77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5882" y="0"/>
            <a:ext cx="428355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raphic 2">
            <a:extLst>
              <a:ext uri="{FF2B5EF4-FFF2-40B4-BE49-F238E27FC236}">
                <a16:creationId xmlns:a16="http://schemas.microsoft.com/office/drawing/2014/main" id="{EEE26086-D788-9658-3800-1BF05457A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932920" y="2687169"/>
            <a:ext cx="6862127" cy="1479539"/>
          </a:xfrm>
          <a:custGeom>
            <a:avLst/>
            <a:gdLst>
              <a:gd name="connsiteX0" fmla="*/ 5221986 w 5222081"/>
              <a:gd name="connsiteY0" fmla="*/ 796814 h 1125930"/>
              <a:gd name="connsiteX1" fmla="*/ 4686396 w 5222081"/>
              <a:gd name="connsiteY1" fmla="*/ 952207 h 1125930"/>
              <a:gd name="connsiteX2" fmla="*/ 3709130 w 5222081"/>
              <a:gd name="connsiteY2" fmla="*/ 1125931 h 1125930"/>
              <a:gd name="connsiteX3" fmla="*/ 2731865 w 5222081"/>
              <a:gd name="connsiteY3" fmla="*/ 952207 h 1125930"/>
              <a:gd name="connsiteX4" fmla="*/ 1512761 w 5222081"/>
              <a:gd name="connsiteY4" fmla="*/ 736880 h 1125930"/>
              <a:gd name="connsiteX5" fmla="*/ 293656 w 5222081"/>
              <a:gd name="connsiteY5" fmla="*/ 952207 h 1125930"/>
              <a:gd name="connsiteX6" fmla="*/ 0 w 5222081"/>
              <a:gd name="connsiteY6" fmla="*/ 1047380 h 1125930"/>
              <a:gd name="connsiteX7" fmla="*/ 0 w 5222081"/>
              <a:gd name="connsiteY7" fmla="*/ 310500 h 1125930"/>
              <a:gd name="connsiteX8" fmla="*/ 293656 w 5222081"/>
              <a:gd name="connsiteY8" fmla="*/ 215327 h 1125930"/>
              <a:gd name="connsiteX9" fmla="*/ 1512856 w 5222081"/>
              <a:gd name="connsiteY9" fmla="*/ 0 h 1125930"/>
              <a:gd name="connsiteX10" fmla="*/ 2731961 w 5222081"/>
              <a:gd name="connsiteY10" fmla="*/ 215327 h 1125930"/>
              <a:gd name="connsiteX11" fmla="*/ 3709226 w 5222081"/>
              <a:gd name="connsiteY11" fmla="*/ 389051 h 1125930"/>
              <a:gd name="connsiteX12" fmla="*/ 4686491 w 5222081"/>
              <a:gd name="connsiteY12" fmla="*/ 215327 h 1125930"/>
              <a:gd name="connsiteX13" fmla="*/ 5222082 w 5222081"/>
              <a:gd name="connsiteY13" fmla="*/ 59934 h 1125930"/>
              <a:gd name="connsiteX14" fmla="*/ 5222082 w 5222081"/>
              <a:gd name="connsiteY14" fmla="*/ 796814 h 112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22081" h="1125930">
                <a:moveTo>
                  <a:pt x="5221986" y="796814"/>
                </a:moveTo>
                <a:cubicBezTo>
                  <a:pt x="5005864" y="839082"/>
                  <a:pt x="4840605" y="897591"/>
                  <a:pt x="4686396" y="952207"/>
                </a:cubicBezTo>
                <a:cubicBezTo>
                  <a:pt x="4423220" y="1045480"/>
                  <a:pt x="4195953" y="1125931"/>
                  <a:pt x="3709130" y="1125931"/>
                </a:cubicBezTo>
                <a:cubicBezTo>
                  <a:pt x="3222308" y="1125931"/>
                  <a:pt x="2995041" y="1045385"/>
                  <a:pt x="2731865" y="952207"/>
                </a:cubicBezTo>
                <a:cubicBezTo>
                  <a:pt x="2446973" y="851239"/>
                  <a:pt x="2124075" y="736880"/>
                  <a:pt x="1512761" y="736880"/>
                </a:cubicBezTo>
                <a:cubicBezTo>
                  <a:pt x="901351" y="736880"/>
                  <a:pt x="578453" y="851334"/>
                  <a:pt x="293656" y="952207"/>
                </a:cubicBezTo>
                <a:cubicBezTo>
                  <a:pt x="195834" y="986875"/>
                  <a:pt x="103061" y="1019740"/>
                  <a:pt x="0" y="1047380"/>
                </a:cubicBezTo>
                <a:lnTo>
                  <a:pt x="0" y="310500"/>
                </a:lnTo>
                <a:cubicBezTo>
                  <a:pt x="103061" y="282860"/>
                  <a:pt x="195834" y="249996"/>
                  <a:pt x="293656" y="215327"/>
                </a:cubicBezTo>
                <a:cubicBezTo>
                  <a:pt x="578549" y="114455"/>
                  <a:pt x="901446" y="0"/>
                  <a:pt x="1512856" y="0"/>
                </a:cubicBezTo>
                <a:cubicBezTo>
                  <a:pt x="2124170" y="0"/>
                  <a:pt x="2447163" y="114455"/>
                  <a:pt x="2731961" y="215327"/>
                </a:cubicBezTo>
                <a:cubicBezTo>
                  <a:pt x="2995136" y="308600"/>
                  <a:pt x="3222403" y="389051"/>
                  <a:pt x="3709226" y="389051"/>
                </a:cubicBezTo>
                <a:cubicBezTo>
                  <a:pt x="4196048" y="389051"/>
                  <a:pt x="4423315" y="308505"/>
                  <a:pt x="4686491" y="215327"/>
                </a:cubicBezTo>
                <a:cubicBezTo>
                  <a:pt x="4840605" y="160712"/>
                  <a:pt x="5005959" y="102107"/>
                  <a:pt x="5222082" y="59934"/>
                </a:cubicBezTo>
                <a:lnTo>
                  <a:pt x="5222082" y="79681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1">
              <a:latin typeface="Aptos" panose="020B0004020202020204" pitchFamily="34" charset="0"/>
            </a:endParaRP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B7526E38-23B2-5E66-128F-F6F3B44A44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9277" y="921212"/>
            <a:ext cx="8201024" cy="3623914"/>
          </a:xfrm>
        </p:spPr>
        <p:txBody>
          <a:bodyPr anchor="b"/>
          <a:lstStyle>
            <a:lvl1pPr>
              <a:defRPr sz="3600"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“Lorem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.”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73604EA-BC70-5F50-D366-79B0BC1218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19277" y="4757385"/>
            <a:ext cx="8201024" cy="650208"/>
          </a:xfrm>
        </p:spPr>
        <p:txBody>
          <a:bodyPr>
            <a:normAutofit/>
          </a:bodyPr>
          <a:lstStyle>
            <a:lvl1pPr algn="r">
              <a:defRPr sz="1100"/>
            </a:lvl1pPr>
          </a:lstStyle>
          <a:p>
            <a:pPr lvl="0"/>
            <a:r>
              <a:rPr lang="en-US"/>
              <a:t>Add name/title/source or delete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D8A455-E8D4-D59D-EF75-02F398D0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424527"/>
            <a:ext cx="12192001" cy="4334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B14B32-0D6A-F0F8-F122-644CD0AE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51656" y="6253518"/>
            <a:ext cx="1815353" cy="604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01A41AF-FF20-C106-BA64-5538183BD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4732" y="6428153"/>
            <a:ext cx="1369199" cy="305020"/>
          </a:xfrm>
          <a:prstGeom prst="rect">
            <a:avLst/>
          </a:prstGeom>
        </p:spPr>
      </p:pic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668DFBC1-5AD6-99FF-E828-810B7B273967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09600" y="6519053"/>
            <a:ext cx="9311640" cy="24442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r">
              <a:defRPr sz="1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515100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968E5C8-D9F4-304F-629B-E215AD845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3425" y="921212"/>
            <a:ext cx="5409546" cy="4510104"/>
          </a:xfrm>
        </p:spPr>
        <p:txBody>
          <a:bodyPr anchor="b"/>
          <a:lstStyle>
            <a:lvl1pPr>
              <a:defRPr sz="3600"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“Lorem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.”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EF2D7C0D-708A-8A4A-150E-68971AEC59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76329" y="1"/>
            <a:ext cx="4313306" cy="54313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91440" tIns="91440" rIns="91440" bIns="9144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 sz="2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6236A3F-E760-0636-D8E2-D79647D3DC7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73424" y="5578163"/>
            <a:ext cx="5409546" cy="433473"/>
          </a:xfrm>
        </p:spPr>
        <p:txBody>
          <a:bodyPr>
            <a:normAutofit/>
          </a:bodyPr>
          <a:lstStyle>
            <a:lvl1pPr algn="r">
              <a:defRPr sz="1100"/>
            </a:lvl1pPr>
          </a:lstStyle>
          <a:p>
            <a:pPr lvl="0"/>
            <a:r>
              <a:rPr lang="en-US"/>
              <a:t>Add name/title/source or delete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6D6755-F4E8-82D4-EBF3-789E513B4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424527"/>
            <a:ext cx="12192001" cy="4334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A14D4CA-CF0D-41E8-CD8D-9D002C7B1993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09600" y="6519053"/>
            <a:ext cx="9311640" cy="24442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r">
              <a:defRPr sz="1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1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344804-FF79-66E9-CD51-2B5E10B9F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51656" y="6253518"/>
            <a:ext cx="1815353" cy="604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662555-D5EA-2FFF-0B56-780D3023A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4732" y="6428153"/>
            <a:ext cx="1369199" cy="30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877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Stats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7">
            <a:extLst>
              <a:ext uri="{FF2B5EF4-FFF2-40B4-BE49-F238E27FC236}">
                <a16:creationId xmlns:a16="http://schemas.microsoft.com/office/drawing/2014/main" id="{5E38C95F-9D38-D7CA-DC33-01473AA6E1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" y="433473"/>
            <a:ext cx="10934701" cy="947056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81A59F0C-104C-D80E-DCB7-5A0AC1463C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1566755"/>
            <a:ext cx="10934700" cy="670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1E1EF-212C-115C-0FBB-09899B03B9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698" y="2655533"/>
            <a:ext cx="3467102" cy="12389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9600" b="1" i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62B3421-5D89-4844-EB80-CC466027443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47699" y="3910542"/>
            <a:ext cx="3467101" cy="111124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accent4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stat description here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7F0C078C-3D1B-3938-1248-6BCF1D1DB0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698" y="5054865"/>
            <a:ext cx="3467101" cy="68347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 b="0" i="1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Add stat source here or delete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4869548-1EDD-D6EE-C8D3-E88567E2619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62448" y="2655533"/>
            <a:ext cx="3467102" cy="12389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9600" b="1" i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BAF52100-76F5-E6BA-FB6C-00F0305F4663}"/>
              </a:ext>
            </a:extLst>
          </p:cNvPr>
          <p:cNvSpPr>
            <a:spLocks noGrp="1"/>
          </p:cNvSpPr>
          <p:nvPr>
            <p:ph type="body" sz="half" idx="49" hasCustomPrompt="1"/>
          </p:nvPr>
        </p:nvSpPr>
        <p:spPr>
          <a:xfrm>
            <a:off x="4362449" y="3910542"/>
            <a:ext cx="3467101" cy="111124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accent4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stat description here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5C870F63-EC5E-4365-1166-F9788BF428B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62448" y="5054865"/>
            <a:ext cx="3467101" cy="68347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 b="0" i="1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Add stat source here or delete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61110B6-8C78-5D33-D084-095D426036A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077199" y="2655533"/>
            <a:ext cx="3467102" cy="12389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9600" b="1" i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57B0CD09-2D17-A01D-EAD6-053697EB98B7}"/>
              </a:ext>
            </a:extLst>
          </p:cNvPr>
          <p:cNvSpPr>
            <a:spLocks noGrp="1"/>
          </p:cNvSpPr>
          <p:nvPr>
            <p:ph type="body" sz="half" idx="51" hasCustomPrompt="1"/>
          </p:nvPr>
        </p:nvSpPr>
        <p:spPr>
          <a:xfrm>
            <a:off x="8077199" y="3910542"/>
            <a:ext cx="3467101" cy="111124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accent4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stat description here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7E4BE114-A56B-E1EF-2D56-5A7A8C01888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077198" y="5054865"/>
            <a:ext cx="3467101" cy="68347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 b="0" i="1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Add stat source here or delete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E046D2-3E0F-7541-4377-6A0E04D6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424527"/>
            <a:ext cx="12192001" cy="4334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FCC603-E4C4-2B83-885F-AA74795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51656" y="6253518"/>
            <a:ext cx="1815353" cy="604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63EFDD76-91DC-D267-7F5A-7108995CF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4732" y="6428153"/>
            <a:ext cx="1369199" cy="305020"/>
          </a:xfrm>
          <a:prstGeom prst="rect">
            <a:avLst/>
          </a:prstGeom>
        </p:spPr>
      </p:pic>
      <p:sp>
        <p:nvSpPr>
          <p:cNvPr id="39" name="Footer Placeholder 5">
            <a:extLst>
              <a:ext uri="{FF2B5EF4-FFF2-40B4-BE49-F238E27FC236}">
                <a16:creationId xmlns:a16="http://schemas.microsoft.com/office/drawing/2014/main" id="{FF023C7D-AEBD-B023-4F7B-C2C70C05551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09600" y="6519053"/>
            <a:ext cx="9311640" cy="24442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r">
              <a:defRPr sz="1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578316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6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Stats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7">
            <a:extLst>
              <a:ext uri="{FF2B5EF4-FFF2-40B4-BE49-F238E27FC236}">
                <a16:creationId xmlns:a16="http://schemas.microsoft.com/office/drawing/2014/main" id="{A23BCF45-6146-00A0-6D14-57B38CE5B6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718458"/>
            <a:ext cx="5132614" cy="1870046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2BE97511-E940-4C0B-5D2B-213D27BFDF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2768718"/>
            <a:ext cx="5132614" cy="31748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288D684-E71D-05F4-18D5-ADD8DB55E0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1688" y="718458"/>
            <a:ext cx="2360837" cy="8347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000" b="1" i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90E1BAE-DFAB-D5FF-BA04-38E90AA0397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411690" y="1573992"/>
            <a:ext cx="2360836" cy="9470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accent4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stat description here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452F3871-CFE0-D2BA-0702-F6AE23A9F12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11689" y="2608274"/>
            <a:ext cx="2360835" cy="40989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 b="0" i="1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Add stat source here or delete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5A203EC-B3D7-27DC-BECE-4A516D76C9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83462" y="702282"/>
            <a:ext cx="2360837" cy="8347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000" b="1" i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59F0C4E6-12A7-DAA5-E80B-7598A5C8C41E}"/>
              </a:ext>
            </a:extLst>
          </p:cNvPr>
          <p:cNvSpPr>
            <a:spLocks noGrp="1"/>
          </p:cNvSpPr>
          <p:nvPr>
            <p:ph type="body" sz="half" idx="39" hasCustomPrompt="1"/>
          </p:nvPr>
        </p:nvSpPr>
        <p:spPr>
          <a:xfrm>
            <a:off x="9183464" y="1557816"/>
            <a:ext cx="2360836" cy="9470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accent4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stat description here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D16F4B58-26D8-F2BC-8EFF-393F50C89FB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83463" y="2592098"/>
            <a:ext cx="2360835" cy="40989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 b="0" i="1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Add stat source here or delete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A578D74-9E61-4865-5898-A0615ADF28E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411688" y="3458634"/>
            <a:ext cx="2360837" cy="8347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000" b="1" i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E482D66C-1501-729A-6521-18FFC8E660D8}"/>
              </a:ext>
            </a:extLst>
          </p:cNvPr>
          <p:cNvSpPr>
            <a:spLocks noGrp="1"/>
          </p:cNvSpPr>
          <p:nvPr>
            <p:ph type="body" sz="half" idx="42" hasCustomPrompt="1"/>
          </p:nvPr>
        </p:nvSpPr>
        <p:spPr>
          <a:xfrm>
            <a:off x="6411690" y="4317675"/>
            <a:ext cx="2360836" cy="9470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accent4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stat description here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F87ABF3F-F316-D754-52C3-B7EB84F45E8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411689" y="5348210"/>
            <a:ext cx="2360835" cy="40989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 b="0" i="1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Add stat source here or delete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1CD6BF81-291E-DC20-633A-D1DD5AA5DE2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183462" y="3442458"/>
            <a:ext cx="2360837" cy="8347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000" b="1" i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492154E9-FF6B-1041-722A-8EBCFDE35399}"/>
              </a:ext>
            </a:extLst>
          </p:cNvPr>
          <p:cNvSpPr>
            <a:spLocks noGrp="1"/>
          </p:cNvSpPr>
          <p:nvPr>
            <p:ph type="body" sz="half" idx="45" hasCustomPrompt="1"/>
          </p:nvPr>
        </p:nvSpPr>
        <p:spPr>
          <a:xfrm>
            <a:off x="9183464" y="4301499"/>
            <a:ext cx="2360836" cy="9470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accent4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stat description here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AE972D81-9AD2-B572-44A9-07B178640A9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183463" y="5332034"/>
            <a:ext cx="2360835" cy="40989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 b="0" i="1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Add stat source here or delete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F7CAF67-CDA0-5976-7A14-DF68638B0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424527"/>
            <a:ext cx="12192001" cy="4334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4D3008-AE29-ECDC-E301-C447B89A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51656" y="6253518"/>
            <a:ext cx="1815353" cy="604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37765672-469B-C9DA-8C34-C9249F794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4732" y="6428153"/>
            <a:ext cx="1369199" cy="305020"/>
          </a:xfrm>
          <a:prstGeom prst="rect">
            <a:avLst/>
          </a:prstGeom>
        </p:spPr>
      </p:pic>
      <p:sp>
        <p:nvSpPr>
          <p:cNvPr id="43" name="Footer Placeholder 5">
            <a:extLst>
              <a:ext uri="{FF2B5EF4-FFF2-40B4-BE49-F238E27FC236}">
                <a16:creationId xmlns:a16="http://schemas.microsoft.com/office/drawing/2014/main" id="{CBBA32C1-F40B-5884-3B7A-2C8413B0A44C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09600" y="6519053"/>
            <a:ext cx="9311640" cy="24442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r">
              <a:defRPr sz="1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811394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6B35-79B9-FD82-9A67-28B91822E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06" y="365126"/>
            <a:ext cx="10981387" cy="1015404"/>
          </a:xfrm>
        </p:spPr>
        <p:txBody>
          <a:bodyPr anchor="b"/>
          <a:lstStyle>
            <a:lvl1pPr>
              <a:defRPr sz="4000" b="1" i="0">
                <a:solidFill>
                  <a:schemeClr val="tx1"/>
                </a:solidFill>
                <a:latin typeface="Aptos ExtraBold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98CACC-1DA8-A473-5A91-B0F5E3113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424527"/>
            <a:ext cx="12192001" cy="4334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27DE4-F2BC-C870-2983-68BEFB27B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51656" y="6253518"/>
            <a:ext cx="1815353" cy="604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6E630CA-41F6-38DF-DECA-AAEF4A69A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4732" y="6428153"/>
            <a:ext cx="1369199" cy="305020"/>
          </a:xfrm>
          <a:prstGeom prst="rect">
            <a:avLst/>
          </a:prstGeom>
        </p:spPr>
      </p:pic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1FDA105D-8048-B397-7FB4-61CFE5D9282E}"/>
              </a:ext>
            </a:extLst>
          </p:cNvPr>
          <p:cNvSpPr txBox="1">
            <a:spLocks/>
          </p:cNvSpPr>
          <p:nvPr userDrawn="1"/>
        </p:nvSpPr>
        <p:spPr>
          <a:xfrm>
            <a:off x="609600" y="6519053"/>
            <a:ext cx="9311640" cy="24442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100" b="0" i="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Insert &gt;&gt; Header &amp; Footer &gt;&gt; Add Unit Name</a:t>
            </a:r>
          </a:p>
        </p:txBody>
      </p:sp>
    </p:spTree>
    <p:extLst>
      <p:ext uri="{BB962C8B-B14F-4D97-AF65-F5344CB8AC3E}">
        <p14:creationId xmlns:p14="http://schemas.microsoft.com/office/powerpoint/2010/main" val="30114158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dden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4E43C1E-8351-5E35-370D-39969F331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424527"/>
            <a:ext cx="12192001" cy="4334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1ED768-1526-262C-BD2B-639ED6F4F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51656" y="6253518"/>
            <a:ext cx="1815353" cy="604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323ABD8-80FE-B81F-E746-5302166B0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4732" y="6428153"/>
            <a:ext cx="1369199" cy="30502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71A1FE1-3077-5969-A22D-8F35D5A49F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06" y="-861927"/>
            <a:ext cx="10981387" cy="604481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Add hidden title here (for accessibility)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AABF581-DBFB-515F-D45D-853FE5BD8AC2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09600" y="685800"/>
            <a:ext cx="10972800" cy="5473191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add image, smart art, video, table, or chart</a:t>
            </a:r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A867C166-D02F-A3AF-FF99-9618095A185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09600" y="6519053"/>
            <a:ext cx="9311640" cy="24442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r">
              <a:defRPr sz="1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341923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7">
            <a:extLst>
              <a:ext uri="{FF2B5EF4-FFF2-40B4-BE49-F238E27FC236}">
                <a16:creationId xmlns:a16="http://schemas.microsoft.com/office/drawing/2014/main" id="{13EBC0F2-A6AB-8D27-DC02-D82B1548D2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" y="433473"/>
            <a:ext cx="10934701" cy="947056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865A9B8E-0B2F-B45B-152F-48FFB90544EE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09599" y="1615443"/>
            <a:ext cx="10972801" cy="43012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column text, image, chart, table, etc.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7D026C-0126-5E0F-159F-7B590E73D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424527"/>
            <a:ext cx="12192001" cy="4334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5D0F0D-2D5C-3620-924E-80FDB5223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51656" y="6253518"/>
            <a:ext cx="1815353" cy="604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79E639FB-8651-371A-BE29-BD86EF916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4732" y="6428153"/>
            <a:ext cx="1369199" cy="305020"/>
          </a:xfrm>
          <a:prstGeom prst="rect">
            <a:avLst/>
          </a:prstGeom>
        </p:spPr>
      </p:pic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489C94B9-AC42-4CFE-9EBE-2CC1E2633735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09600" y="6519053"/>
            <a:ext cx="9311640" cy="24442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r">
              <a:defRPr sz="1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098939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7">
            <a:extLst>
              <a:ext uri="{FF2B5EF4-FFF2-40B4-BE49-F238E27FC236}">
                <a16:creationId xmlns:a16="http://schemas.microsoft.com/office/drawing/2014/main" id="{A23F1B71-4A10-6665-0996-E4D55E800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" y="433473"/>
            <a:ext cx="10934701" cy="947056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8780E696-81D3-B967-E218-925AF6FFDAA6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09600" y="1683374"/>
            <a:ext cx="5287504" cy="4314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column text, image, chart, table, etc.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CCBDF20A-805A-E7B8-A68A-56B8CC021D65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94896" y="1674688"/>
            <a:ext cx="5287504" cy="4314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column text, image, chart, table, etc.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EDA36B-0063-02BC-DFA8-4FEE44627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424527"/>
            <a:ext cx="12192001" cy="4334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23968B-18C6-221F-8B28-46530742D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51656" y="6253518"/>
            <a:ext cx="1815353" cy="604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E2FB0FE0-8A35-3F63-33E0-DB6128D82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4732" y="6428153"/>
            <a:ext cx="1369199" cy="305020"/>
          </a:xfrm>
          <a:prstGeom prst="rect">
            <a:avLst/>
          </a:prstGeom>
        </p:spPr>
      </p:pic>
      <p:sp>
        <p:nvSpPr>
          <p:cNvPr id="31" name="Footer Placeholder 5">
            <a:extLst>
              <a:ext uri="{FF2B5EF4-FFF2-40B4-BE49-F238E27FC236}">
                <a16:creationId xmlns:a16="http://schemas.microsoft.com/office/drawing/2014/main" id="{68BE5CB2-AB26-ACF4-7D6A-F144420523E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09600" y="6519053"/>
            <a:ext cx="9311640" cy="24442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r">
              <a:defRPr sz="1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067643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7">
            <a:extLst>
              <a:ext uri="{FF2B5EF4-FFF2-40B4-BE49-F238E27FC236}">
                <a16:creationId xmlns:a16="http://schemas.microsoft.com/office/drawing/2014/main" id="{A23F1B71-4A10-6665-0996-E4D55E800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" y="433473"/>
            <a:ext cx="10934701" cy="947056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296BB84-6DE9-3002-9C8F-657F4DF433B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1551978"/>
            <a:ext cx="5287506" cy="604482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edit column header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8780E696-81D3-B967-E218-925AF6FFDAA6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09600" y="2336596"/>
            <a:ext cx="5287504" cy="36617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column text, image, chart, table, etc.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1D09B9-F1DB-8FD5-6A21-F661D824F036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294897" y="1551978"/>
            <a:ext cx="5249406" cy="604482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edit column header</a:t>
            </a:r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CCBDF20A-805A-E7B8-A68A-56B8CC021D65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94896" y="2327910"/>
            <a:ext cx="5287504" cy="36617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column text, image, chart, table, etc.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EDA36B-0063-02BC-DFA8-4FEE44627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424527"/>
            <a:ext cx="12192001" cy="4334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23968B-18C6-221F-8B28-46530742D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51656" y="6253518"/>
            <a:ext cx="1815353" cy="604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E2FB0FE0-8A35-3F63-33E0-DB6128D82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4732" y="6428153"/>
            <a:ext cx="1369199" cy="305020"/>
          </a:xfrm>
          <a:prstGeom prst="rect">
            <a:avLst/>
          </a:prstGeom>
        </p:spPr>
      </p:pic>
      <p:sp>
        <p:nvSpPr>
          <p:cNvPr id="31" name="Footer Placeholder 5">
            <a:extLst>
              <a:ext uri="{FF2B5EF4-FFF2-40B4-BE49-F238E27FC236}">
                <a16:creationId xmlns:a16="http://schemas.microsoft.com/office/drawing/2014/main" id="{68BE5CB2-AB26-ACF4-7D6A-F144420523E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09600" y="6519053"/>
            <a:ext cx="9311640" cy="24442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r">
              <a:defRPr sz="1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309081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A3DA7DAA-0261-0F26-6E70-44C2AE5C2F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685801"/>
            <a:ext cx="3116580" cy="2648672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2F45540-BB35-2C14-7F59-5EA97FABFB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3429000"/>
            <a:ext cx="3116580" cy="2743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7" name="Content Placeholder 15">
            <a:extLst>
              <a:ext uri="{FF2B5EF4-FFF2-40B4-BE49-F238E27FC236}">
                <a16:creationId xmlns:a16="http://schemas.microsoft.com/office/drawing/2014/main" id="{1ADB067C-EC18-1127-29A7-E083BBF49EB6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977640" y="685800"/>
            <a:ext cx="7604760" cy="5473191"/>
          </a:xfrm>
        </p:spPr>
        <p:txBody>
          <a:bodyPr/>
          <a:lstStyle/>
          <a:p>
            <a:pPr lvl="0"/>
            <a:r>
              <a:rPr lang="en-US"/>
              <a:t>Click to add image, smart art, video, table, or chart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BD2EE2-E0FF-E9FC-8C05-CE62ACA3A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424527"/>
            <a:ext cx="12192001" cy="4334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3BDBED-9254-1223-0D8E-E7538D677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51656" y="6253518"/>
            <a:ext cx="1815353" cy="604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049B040E-F2CC-8B6E-A813-E15B4F4A1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4732" y="6428153"/>
            <a:ext cx="1369199" cy="305020"/>
          </a:xfrm>
          <a:prstGeom prst="rect">
            <a:avLst/>
          </a:prstGeom>
        </p:spPr>
      </p:pic>
      <p:sp>
        <p:nvSpPr>
          <p:cNvPr id="31" name="Footer Placeholder 5">
            <a:extLst>
              <a:ext uri="{FF2B5EF4-FFF2-40B4-BE49-F238E27FC236}">
                <a16:creationId xmlns:a16="http://schemas.microsoft.com/office/drawing/2014/main" id="{3CD2C4FA-1864-DDB6-FAA6-2529B88AE8E3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09600" y="6519053"/>
            <a:ext cx="9311640" cy="24442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r">
              <a:defRPr sz="1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156775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A3DA7DAA-0261-0F26-6E70-44C2AE5C2F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718457"/>
            <a:ext cx="5151120" cy="1884066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2F45540-BB35-2C14-7F59-5EA97FABFB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2697049"/>
            <a:ext cx="5151120" cy="34751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7" name="Content Placeholder 15">
            <a:extLst>
              <a:ext uri="{FF2B5EF4-FFF2-40B4-BE49-F238E27FC236}">
                <a16:creationId xmlns:a16="http://schemas.microsoft.com/office/drawing/2014/main" id="{1ADB067C-EC18-1127-29A7-E083BBF49EB6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096000" y="685800"/>
            <a:ext cx="5486400" cy="5473191"/>
          </a:xfrm>
        </p:spPr>
        <p:txBody>
          <a:bodyPr/>
          <a:lstStyle/>
          <a:p>
            <a:pPr lvl="0"/>
            <a:r>
              <a:rPr lang="en-US"/>
              <a:t>Click to add image, smart art, video, table, or chart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E3DDC0-8B42-3777-E7DC-C863054FB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424527"/>
            <a:ext cx="12192001" cy="4334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C468EB-07DD-4092-8A1D-D14D7748D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51656" y="6253518"/>
            <a:ext cx="1815353" cy="604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CC13018-0FA7-4AF2-607D-F87B63F71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4732" y="6428153"/>
            <a:ext cx="1369199" cy="305020"/>
          </a:xfrm>
          <a:prstGeom prst="rect">
            <a:avLst/>
          </a:prstGeom>
        </p:spPr>
      </p:pic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655AC28C-E617-316C-B73C-8B0DF753DAC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09600" y="6519053"/>
            <a:ext cx="9311640" cy="24442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r">
              <a:defRPr sz="1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54495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s with Captions Two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7">
            <a:extLst>
              <a:ext uri="{FF2B5EF4-FFF2-40B4-BE49-F238E27FC236}">
                <a16:creationId xmlns:a16="http://schemas.microsoft.com/office/drawing/2014/main" id="{D6528F46-9394-CE26-2D50-0BDAE7473A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" y="433473"/>
            <a:ext cx="10934701" cy="947056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25" name="Content Placeholder 15">
            <a:extLst>
              <a:ext uri="{FF2B5EF4-FFF2-40B4-BE49-F238E27FC236}">
                <a16:creationId xmlns:a16="http://schemas.microsoft.com/office/drawing/2014/main" id="{331255D6-EFAB-55F0-5E22-67E517B2A074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09600" y="1643919"/>
            <a:ext cx="5311142" cy="2840853"/>
          </a:xfrm>
        </p:spPr>
        <p:txBody>
          <a:bodyPr/>
          <a:lstStyle/>
          <a:p>
            <a:pPr lvl="0"/>
            <a:r>
              <a:rPr lang="en-US"/>
              <a:t>Click to add image, smart art, video, table, or chart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296BB84-6DE9-3002-9C8F-657F4DF433B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4609599"/>
            <a:ext cx="5311142" cy="604482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edit column header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C279F5F1-A803-ACEF-2C3C-B8F0C68C6F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5265570"/>
            <a:ext cx="5311142" cy="87483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Click to add text or delete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F25585-62A2-F816-C998-410473176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24527"/>
            <a:ext cx="12192001" cy="4334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BB0B53-A8B0-F573-20E3-B78E85F9B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51657" y="6253518"/>
            <a:ext cx="1815353" cy="604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F761A1FE-E212-BD26-9E53-3231B700D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4733" y="6428153"/>
            <a:ext cx="1369199" cy="305020"/>
          </a:xfrm>
          <a:prstGeom prst="rect">
            <a:avLst/>
          </a:prstGeom>
        </p:spPr>
      </p:pic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DDC51C1F-D329-749E-E4D6-10476E0D527C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09601" y="6519053"/>
            <a:ext cx="9311640" cy="24442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r">
              <a:defRPr sz="1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100"/>
          </a:p>
        </p:txBody>
      </p:sp>
      <p:sp>
        <p:nvSpPr>
          <p:cNvPr id="29" name="Content Placeholder 15">
            <a:extLst>
              <a:ext uri="{FF2B5EF4-FFF2-40B4-BE49-F238E27FC236}">
                <a16:creationId xmlns:a16="http://schemas.microsoft.com/office/drawing/2014/main" id="{41937576-A593-8F8D-2D45-01104FCC3409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271258" y="1643919"/>
            <a:ext cx="5311142" cy="2840853"/>
          </a:xfrm>
        </p:spPr>
        <p:txBody>
          <a:bodyPr/>
          <a:lstStyle/>
          <a:p>
            <a:pPr lvl="0"/>
            <a:r>
              <a:rPr lang="en-US"/>
              <a:t>Click to add image, smart art, video, table, or chart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E3896D25-A104-DACB-1A16-89C22F134711}"/>
              </a:ext>
            </a:extLst>
          </p:cNvPr>
          <p:cNvSpPr>
            <a:spLocks noGrp="1"/>
          </p:cNvSpPr>
          <p:nvPr>
            <p:ph type="body" sz="half" idx="30" hasCustomPrompt="1"/>
          </p:nvPr>
        </p:nvSpPr>
        <p:spPr>
          <a:xfrm>
            <a:off x="6271258" y="4609599"/>
            <a:ext cx="5311142" cy="604482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edit column header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BBDBBA70-2715-12CD-9B94-44D0C1FC43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1258" y="5265570"/>
            <a:ext cx="5311142" cy="87483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Click to add text or delete</a:t>
            </a:r>
          </a:p>
        </p:txBody>
      </p:sp>
    </p:spTree>
    <p:extLst>
      <p:ext uri="{BB962C8B-B14F-4D97-AF65-F5344CB8AC3E}">
        <p14:creationId xmlns:p14="http://schemas.microsoft.com/office/powerpoint/2010/main" val="4113377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s with Captions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7">
            <a:extLst>
              <a:ext uri="{FF2B5EF4-FFF2-40B4-BE49-F238E27FC236}">
                <a16:creationId xmlns:a16="http://schemas.microsoft.com/office/drawing/2014/main" id="{F9CC1026-BC8F-8082-4AAA-C0C4D50883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" y="433473"/>
            <a:ext cx="10934701" cy="947056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3E132B3-2918-9B2B-D2A9-B3E1AAF3B9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8" y="1551538"/>
            <a:ext cx="3409951" cy="2304182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296BB84-6DE9-3002-9C8F-657F4DF433B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4025391"/>
            <a:ext cx="3409949" cy="604482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edit column header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C279F5F1-A803-ACEF-2C3C-B8F0C68C6F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4724400"/>
            <a:ext cx="3409949" cy="121956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Click to add text or delete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AF257A5B-A9E8-9232-0515-90F2C69CC81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1024" y="1551538"/>
            <a:ext cx="3409951" cy="2304182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86F0949-9EF3-2BF4-F02B-C2FED549E708}"/>
              </a:ext>
            </a:extLst>
          </p:cNvPr>
          <p:cNvSpPr>
            <a:spLocks noGrp="1"/>
          </p:cNvSpPr>
          <p:nvPr>
            <p:ph type="body" sz="half" idx="33" hasCustomPrompt="1"/>
          </p:nvPr>
        </p:nvSpPr>
        <p:spPr>
          <a:xfrm>
            <a:off x="4391025" y="4025391"/>
            <a:ext cx="3409950" cy="604482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edit column header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01F3E23-F3E0-08C9-1C05-4AD1317B5E7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91025" y="4724400"/>
            <a:ext cx="3409950" cy="121956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Click to add text or delete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73728CF4-09A3-6F4B-85D6-7C8456B2627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72450" y="1551538"/>
            <a:ext cx="3409950" cy="2304182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014946B-A05B-16E2-FE61-D120BFD938C2}"/>
              </a:ext>
            </a:extLst>
          </p:cNvPr>
          <p:cNvSpPr>
            <a:spLocks noGrp="1"/>
          </p:cNvSpPr>
          <p:nvPr>
            <p:ph type="body" sz="half" idx="35" hasCustomPrompt="1"/>
          </p:nvPr>
        </p:nvSpPr>
        <p:spPr>
          <a:xfrm>
            <a:off x="8172450" y="4025391"/>
            <a:ext cx="3409950" cy="604482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edit column header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8522A40-6A37-BFE1-1AAD-45F8A93B59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72450" y="4724400"/>
            <a:ext cx="3409950" cy="121956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Click to add text or delete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0C98FF-0063-D2C8-BE1A-2F5A4FB37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424527"/>
            <a:ext cx="12192001" cy="4334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9DC5E10-EB5F-EEEE-3081-913A4BE20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51656" y="6253518"/>
            <a:ext cx="1815353" cy="604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337397CA-1490-E02C-B5AB-9E81BF712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4732" y="6428153"/>
            <a:ext cx="1369199" cy="305020"/>
          </a:xfrm>
          <a:prstGeom prst="rect">
            <a:avLst/>
          </a:prstGeom>
        </p:spPr>
      </p:pic>
      <p:sp>
        <p:nvSpPr>
          <p:cNvPr id="42" name="Footer Placeholder 5">
            <a:extLst>
              <a:ext uri="{FF2B5EF4-FFF2-40B4-BE49-F238E27FC236}">
                <a16:creationId xmlns:a16="http://schemas.microsoft.com/office/drawing/2014/main" id="{55EF9F29-9BBE-946A-C1ED-F827748CA23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09600" y="6519053"/>
            <a:ext cx="9311640" cy="24442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r">
              <a:defRPr sz="1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836367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s with Captions 4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7">
            <a:extLst>
              <a:ext uri="{FF2B5EF4-FFF2-40B4-BE49-F238E27FC236}">
                <a16:creationId xmlns:a16="http://schemas.microsoft.com/office/drawing/2014/main" id="{767DD725-3A4A-C575-AFD5-18DE7B22D0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" y="433473"/>
            <a:ext cx="10934701" cy="947056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77E53072-3B44-CE5F-3A6F-AD354F287D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7699" y="1684460"/>
            <a:ext cx="2373939" cy="194827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296BB84-6DE9-3002-9C8F-657F4DF433B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47699" y="3837878"/>
            <a:ext cx="2373939" cy="604482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edit column header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C279F5F1-A803-ACEF-2C3C-B8F0C68C6F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699" y="4581023"/>
            <a:ext cx="2373939" cy="146735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Click to add text or delete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0B5883C3-A28B-33D6-9155-B7FA7DAD66B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488587" y="1684460"/>
            <a:ext cx="2373939" cy="194827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694763E2-91B7-9448-C929-C6E8A9C84766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3483600" y="3837878"/>
            <a:ext cx="2373939" cy="604482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edit column header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F096CD-8CDF-2E6C-1E7F-8D6AC157F03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83600" y="4581023"/>
            <a:ext cx="2373939" cy="146735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Click to add text or delete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E55F69E9-7EAC-C229-FE2F-057F18E312A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329475" y="1698297"/>
            <a:ext cx="2373939" cy="194827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8EE37D1-F652-E937-E204-6DF17A670486}"/>
              </a:ext>
            </a:extLst>
          </p:cNvPr>
          <p:cNvSpPr>
            <a:spLocks noGrp="1"/>
          </p:cNvSpPr>
          <p:nvPr>
            <p:ph type="body" sz="half" idx="37" hasCustomPrompt="1"/>
          </p:nvPr>
        </p:nvSpPr>
        <p:spPr>
          <a:xfrm>
            <a:off x="6334461" y="3851715"/>
            <a:ext cx="2373939" cy="604482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edit column header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A77E69E4-9D6F-E040-4CA2-18B62612434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34461" y="4594860"/>
            <a:ext cx="2373939" cy="146735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Click to add text or delete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B74782C-DEA8-B9D3-B201-D0103A411B8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170362" y="1684460"/>
            <a:ext cx="2373939" cy="194827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3262F00-17E5-C362-5EC6-CA24D5E5D57B}"/>
              </a:ext>
            </a:extLst>
          </p:cNvPr>
          <p:cNvSpPr>
            <a:spLocks noGrp="1"/>
          </p:cNvSpPr>
          <p:nvPr>
            <p:ph type="body" sz="half" idx="31" hasCustomPrompt="1"/>
          </p:nvPr>
        </p:nvSpPr>
        <p:spPr>
          <a:xfrm>
            <a:off x="9170362" y="3837878"/>
            <a:ext cx="2373939" cy="604482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edit column header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3FFECBB0-6C6E-B227-8B11-86719D63AA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70362" y="4581023"/>
            <a:ext cx="2373939" cy="146735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Click to add text or delete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66AFBD3-C479-E2D6-4A78-BF98435B0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424527"/>
            <a:ext cx="12192001" cy="4334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FA4551E-70CD-9379-E02E-2B4D46C29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51656" y="6253518"/>
            <a:ext cx="1815353" cy="604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171F0F9B-0F2E-5F9C-4BBA-9E1AC5DFF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4732" y="6428153"/>
            <a:ext cx="1369199" cy="305020"/>
          </a:xfrm>
          <a:prstGeom prst="rect">
            <a:avLst/>
          </a:prstGeom>
        </p:spPr>
      </p:pic>
      <p:sp>
        <p:nvSpPr>
          <p:cNvPr id="39" name="Footer Placeholder 5">
            <a:extLst>
              <a:ext uri="{FF2B5EF4-FFF2-40B4-BE49-F238E27FC236}">
                <a16:creationId xmlns:a16="http://schemas.microsoft.com/office/drawing/2014/main" id="{897F169A-9778-8901-E596-97CAFE832C4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09600" y="6519053"/>
            <a:ext cx="9311640" cy="24442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r">
              <a:defRPr sz="1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609811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A3DA7DAA-0261-0F26-6E70-44C2AE5C2F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718457"/>
            <a:ext cx="5132614" cy="23079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2F45540-BB35-2C14-7F59-5EA97FABFB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3178611"/>
            <a:ext cx="5132614" cy="27649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A79BA35-291C-2FA3-5CD8-64C5AB2E982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18179" y="1"/>
            <a:ext cx="5973821" cy="6858000"/>
          </a:xfrm>
          <a:custGeom>
            <a:avLst/>
            <a:gdLst>
              <a:gd name="connsiteX0" fmla="*/ 739010 w 5973821"/>
              <a:gd name="connsiteY0" fmla="*/ 0 h 6858000"/>
              <a:gd name="connsiteX1" fmla="*/ 5973821 w 5973821"/>
              <a:gd name="connsiteY1" fmla="*/ 0 h 6858000"/>
              <a:gd name="connsiteX2" fmla="*/ 5973821 w 5973821"/>
              <a:gd name="connsiteY2" fmla="*/ 6855074 h 6858000"/>
              <a:gd name="connsiteX3" fmla="*/ 1398687 w 5973821"/>
              <a:gd name="connsiteY3" fmla="*/ 6855074 h 6858000"/>
              <a:gd name="connsiteX4" fmla="*/ 1399344 w 5973821"/>
              <a:gd name="connsiteY4" fmla="*/ 6858000 h 6858000"/>
              <a:gd name="connsiteX5" fmla="*/ 432035 w 5973821"/>
              <a:gd name="connsiteY5" fmla="*/ 6858000 h 6858000"/>
              <a:gd name="connsiteX6" fmla="*/ 432035 w 5973821"/>
              <a:gd name="connsiteY6" fmla="*/ 6857874 h 6858000"/>
              <a:gd name="connsiteX7" fmla="*/ 228050 w 5973821"/>
              <a:gd name="connsiteY7" fmla="*/ 6154800 h 6858000"/>
              <a:gd name="connsiteX8" fmla="*/ 0 w 5973821"/>
              <a:gd name="connsiteY8" fmla="*/ 4871935 h 6858000"/>
              <a:gd name="connsiteX9" fmla="*/ 228050 w 5973821"/>
              <a:gd name="connsiteY9" fmla="*/ 3589069 h 6858000"/>
              <a:gd name="connsiteX10" fmla="*/ 510711 w 5973821"/>
              <a:gd name="connsiteY10" fmla="*/ 1988739 h 6858000"/>
              <a:gd name="connsiteX11" fmla="*/ 228050 w 5973821"/>
              <a:gd name="connsiteY11" fmla="*/ 388408 h 6858000"/>
              <a:gd name="connsiteX12" fmla="*/ 103115 w 5973821"/>
              <a:gd name="connsiteY12" fmla="*/ 2924 h 6858000"/>
              <a:gd name="connsiteX13" fmla="*/ 739010 w 5973821"/>
              <a:gd name="connsiteY13" fmla="*/ 292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73821" h="6858000">
                <a:moveTo>
                  <a:pt x="739010" y="0"/>
                </a:moveTo>
                <a:lnTo>
                  <a:pt x="5973821" y="0"/>
                </a:lnTo>
                <a:lnTo>
                  <a:pt x="5973821" y="6855074"/>
                </a:lnTo>
                <a:lnTo>
                  <a:pt x="1398687" y="6855074"/>
                </a:lnTo>
                <a:lnTo>
                  <a:pt x="1399344" y="6858000"/>
                </a:lnTo>
                <a:lnTo>
                  <a:pt x="432035" y="6858000"/>
                </a:lnTo>
                <a:lnTo>
                  <a:pt x="432035" y="6857874"/>
                </a:lnTo>
                <a:cubicBezTo>
                  <a:pt x="376550" y="6574169"/>
                  <a:pt x="299743" y="6357233"/>
                  <a:pt x="228050" y="6154800"/>
                </a:cubicBezTo>
                <a:cubicBezTo>
                  <a:pt x="105609" y="5809326"/>
                  <a:pt x="0" y="5510991"/>
                  <a:pt x="0" y="4871935"/>
                </a:cubicBezTo>
                <a:cubicBezTo>
                  <a:pt x="0" y="4232878"/>
                  <a:pt x="105733" y="3934543"/>
                  <a:pt x="228050" y="3589069"/>
                </a:cubicBezTo>
                <a:cubicBezTo>
                  <a:pt x="360589" y="3215088"/>
                  <a:pt x="510711" y="2791218"/>
                  <a:pt x="510711" y="1988739"/>
                </a:cubicBezTo>
                <a:cubicBezTo>
                  <a:pt x="510711" y="1186136"/>
                  <a:pt x="360465" y="762265"/>
                  <a:pt x="228050" y="388408"/>
                </a:cubicBezTo>
                <a:cubicBezTo>
                  <a:pt x="182540" y="259997"/>
                  <a:pt x="139398" y="138212"/>
                  <a:pt x="103115" y="2924"/>
                </a:cubicBezTo>
                <a:lnTo>
                  <a:pt x="739010" y="2924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a image.</a:t>
            </a:r>
          </a:p>
        </p:txBody>
      </p:sp>
    </p:spTree>
    <p:extLst>
      <p:ext uri="{BB962C8B-B14F-4D97-AF65-F5344CB8AC3E}">
        <p14:creationId xmlns:p14="http://schemas.microsoft.com/office/powerpoint/2010/main" val="2459832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7">
            <a:extLst>
              <a:ext uri="{FF2B5EF4-FFF2-40B4-BE49-F238E27FC236}">
                <a16:creationId xmlns:a16="http://schemas.microsoft.com/office/drawing/2014/main" id="{8D2BDFC9-DEEA-5167-342C-4AAE40BB2F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589" y="718457"/>
            <a:ext cx="5132614" cy="2275596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D72ECCE-EA8D-DE80-DC7D-BFDD06074F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589" y="3178611"/>
            <a:ext cx="5132614" cy="27649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B8B93F2-DE0B-4C1D-63E8-89A80A30AA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5818414" cy="6858000"/>
          </a:xfrm>
          <a:custGeom>
            <a:avLst/>
            <a:gdLst>
              <a:gd name="connsiteX0" fmla="*/ 0 w 5818414"/>
              <a:gd name="connsiteY0" fmla="*/ 0 h 6858000"/>
              <a:gd name="connsiteX1" fmla="*/ 4443509 w 5818414"/>
              <a:gd name="connsiteY1" fmla="*/ 0 h 6858000"/>
              <a:gd name="connsiteX2" fmla="*/ 5045529 w 5818414"/>
              <a:gd name="connsiteY2" fmla="*/ 0 h 6858000"/>
              <a:gd name="connsiteX3" fmla="*/ 5410818 w 5818414"/>
              <a:gd name="connsiteY3" fmla="*/ 0 h 6858000"/>
              <a:gd name="connsiteX4" fmla="*/ 5535752 w 5818414"/>
              <a:gd name="connsiteY4" fmla="*/ 385484 h 6858000"/>
              <a:gd name="connsiteX5" fmla="*/ 5818414 w 5818414"/>
              <a:gd name="connsiteY5" fmla="*/ 1985940 h 6858000"/>
              <a:gd name="connsiteX6" fmla="*/ 5535752 w 5818414"/>
              <a:gd name="connsiteY6" fmla="*/ 3586270 h 6858000"/>
              <a:gd name="connsiteX7" fmla="*/ 5307703 w 5818414"/>
              <a:gd name="connsiteY7" fmla="*/ 4869136 h 6858000"/>
              <a:gd name="connsiteX8" fmla="*/ 5535752 w 5818414"/>
              <a:gd name="connsiteY8" fmla="*/ 6152001 h 6858000"/>
              <a:gd name="connsiteX9" fmla="*/ 5739738 w 5818414"/>
              <a:gd name="connsiteY9" fmla="*/ 6855076 h 6858000"/>
              <a:gd name="connsiteX10" fmla="*/ 5045529 w 5818414"/>
              <a:gd name="connsiteY10" fmla="*/ 6855076 h 6858000"/>
              <a:gd name="connsiteX11" fmla="*/ 5045529 w 5818414"/>
              <a:gd name="connsiteY11" fmla="*/ 6858000 h 6858000"/>
              <a:gd name="connsiteX12" fmla="*/ 0 w 5818414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818414" h="6858000">
                <a:moveTo>
                  <a:pt x="0" y="0"/>
                </a:moveTo>
                <a:lnTo>
                  <a:pt x="4443509" y="0"/>
                </a:lnTo>
                <a:lnTo>
                  <a:pt x="5045529" y="0"/>
                </a:lnTo>
                <a:lnTo>
                  <a:pt x="5410818" y="0"/>
                </a:lnTo>
                <a:cubicBezTo>
                  <a:pt x="5447102" y="135288"/>
                  <a:pt x="5490243" y="257073"/>
                  <a:pt x="5535752" y="385484"/>
                </a:cubicBezTo>
                <a:cubicBezTo>
                  <a:pt x="5668169" y="759466"/>
                  <a:pt x="5818414" y="1183337"/>
                  <a:pt x="5818414" y="1985940"/>
                </a:cubicBezTo>
                <a:cubicBezTo>
                  <a:pt x="5818414" y="2788419"/>
                  <a:pt x="5668169" y="3212415"/>
                  <a:pt x="5535752" y="3586270"/>
                </a:cubicBezTo>
                <a:cubicBezTo>
                  <a:pt x="5413312" y="3931744"/>
                  <a:pt x="5307703" y="4230079"/>
                  <a:pt x="5307703" y="4869136"/>
                </a:cubicBezTo>
                <a:cubicBezTo>
                  <a:pt x="5307703" y="5508192"/>
                  <a:pt x="5413436" y="5806527"/>
                  <a:pt x="5535752" y="6152001"/>
                </a:cubicBezTo>
                <a:cubicBezTo>
                  <a:pt x="5607446" y="6354309"/>
                  <a:pt x="5684377" y="6571370"/>
                  <a:pt x="5739738" y="6855076"/>
                </a:cubicBezTo>
                <a:lnTo>
                  <a:pt x="5045529" y="6855076"/>
                </a:lnTo>
                <a:lnTo>
                  <a:pt x="5045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 image.</a:t>
            </a:r>
          </a:p>
        </p:txBody>
      </p:sp>
    </p:spTree>
    <p:extLst>
      <p:ext uri="{BB962C8B-B14F-4D97-AF65-F5344CB8AC3E}">
        <p14:creationId xmlns:p14="http://schemas.microsoft.com/office/powerpoint/2010/main" val="2197192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7">
            <a:extLst>
              <a:ext uri="{FF2B5EF4-FFF2-40B4-BE49-F238E27FC236}">
                <a16:creationId xmlns:a16="http://schemas.microsoft.com/office/drawing/2014/main" id="{2F542188-9E14-1637-DBAC-2F87160F7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718458"/>
            <a:ext cx="4754880" cy="2265172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BBAB8C-53FE-2822-E4F9-711CA1411E3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3178611"/>
            <a:ext cx="4754880" cy="29925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63F048A-D2CA-B09A-E344-41302B1391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47733" y="711906"/>
            <a:ext cx="6244267" cy="5459256"/>
          </a:xfrm>
          <a:custGeom>
            <a:avLst/>
            <a:gdLst>
              <a:gd name="connsiteX0" fmla="*/ 82118 w 6244267"/>
              <a:gd name="connsiteY0" fmla="*/ 0 h 5459256"/>
              <a:gd name="connsiteX1" fmla="*/ 852465 w 6244267"/>
              <a:gd name="connsiteY1" fmla="*/ 0 h 5459256"/>
              <a:gd name="connsiteX2" fmla="*/ 853217 w 6244267"/>
              <a:gd name="connsiteY2" fmla="*/ 2488 h 5459256"/>
              <a:gd name="connsiteX3" fmla="*/ 6244267 w 6244267"/>
              <a:gd name="connsiteY3" fmla="*/ 2488 h 5459256"/>
              <a:gd name="connsiteX4" fmla="*/ 6244267 w 6244267"/>
              <a:gd name="connsiteY4" fmla="*/ 5459255 h 5459256"/>
              <a:gd name="connsiteX5" fmla="*/ 1114411 w 6244267"/>
              <a:gd name="connsiteY5" fmla="*/ 5459255 h 5459256"/>
              <a:gd name="connsiteX6" fmla="*/ 1114411 w 6244267"/>
              <a:gd name="connsiteY6" fmla="*/ 5459256 h 5459256"/>
              <a:gd name="connsiteX7" fmla="*/ 344064 w 6244267"/>
              <a:gd name="connsiteY7" fmla="*/ 5459256 h 5459256"/>
              <a:gd name="connsiteX8" fmla="*/ 344064 w 6244267"/>
              <a:gd name="connsiteY8" fmla="*/ 5459156 h 5459256"/>
              <a:gd name="connsiteX9" fmla="*/ 181614 w 6244267"/>
              <a:gd name="connsiteY9" fmla="*/ 4899240 h 5459256"/>
              <a:gd name="connsiteX10" fmla="*/ 0 w 6244267"/>
              <a:gd name="connsiteY10" fmla="*/ 3877590 h 5459256"/>
              <a:gd name="connsiteX11" fmla="*/ 181614 w 6244267"/>
              <a:gd name="connsiteY11" fmla="*/ 2855940 h 5459256"/>
              <a:gd name="connsiteX12" fmla="*/ 406720 w 6244267"/>
              <a:gd name="connsiteY12" fmla="*/ 1581467 h 5459256"/>
              <a:gd name="connsiteX13" fmla="*/ 181614 w 6244267"/>
              <a:gd name="connsiteY13" fmla="*/ 306993 h 5459256"/>
              <a:gd name="connsiteX14" fmla="*/ 82118 w 6244267"/>
              <a:gd name="connsiteY14" fmla="*/ 0 h 5459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244267" h="5459256">
                <a:moveTo>
                  <a:pt x="82118" y="0"/>
                </a:moveTo>
                <a:lnTo>
                  <a:pt x="852465" y="0"/>
                </a:lnTo>
                <a:lnTo>
                  <a:pt x="853217" y="2488"/>
                </a:lnTo>
                <a:lnTo>
                  <a:pt x="6244267" y="2488"/>
                </a:lnTo>
                <a:lnTo>
                  <a:pt x="6244267" y="5459255"/>
                </a:lnTo>
                <a:lnTo>
                  <a:pt x="1114411" y="5459255"/>
                </a:lnTo>
                <a:lnTo>
                  <a:pt x="1114411" y="5459256"/>
                </a:lnTo>
                <a:lnTo>
                  <a:pt x="344064" y="5459256"/>
                </a:lnTo>
                <a:lnTo>
                  <a:pt x="344064" y="5459156"/>
                </a:lnTo>
                <a:cubicBezTo>
                  <a:pt x="299877" y="5233218"/>
                  <a:pt x="238710" y="5060454"/>
                  <a:pt x="181614" y="4899240"/>
                </a:cubicBezTo>
                <a:cubicBezTo>
                  <a:pt x="84104" y="4624112"/>
                  <a:pt x="0" y="4386523"/>
                  <a:pt x="0" y="3877590"/>
                </a:cubicBezTo>
                <a:cubicBezTo>
                  <a:pt x="0" y="3368657"/>
                  <a:pt x="84204" y="3131069"/>
                  <a:pt x="181614" y="2855940"/>
                </a:cubicBezTo>
                <a:cubicBezTo>
                  <a:pt x="287167" y="2558108"/>
                  <a:pt x="406720" y="2220545"/>
                  <a:pt x="406720" y="1581467"/>
                </a:cubicBezTo>
                <a:cubicBezTo>
                  <a:pt x="406720" y="942288"/>
                  <a:pt x="287067" y="604725"/>
                  <a:pt x="181614" y="306993"/>
                </a:cubicBezTo>
                <a:cubicBezTo>
                  <a:pt x="145371" y="204728"/>
                  <a:pt x="111014" y="107741"/>
                  <a:pt x="8211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851085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Blue Le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7">
            <a:extLst>
              <a:ext uri="{FF2B5EF4-FFF2-40B4-BE49-F238E27FC236}">
                <a16:creationId xmlns:a16="http://schemas.microsoft.com/office/drawing/2014/main" id="{2F542188-9E14-1637-DBAC-2F87160F7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9900" y="718458"/>
            <a:ext cx="4754880" cy="2265172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Add a title to your slide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BBAB8C-53FE-2822-E4F9-711CA1411E3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19900" y="3178611"/>
            <a:ext cx="4754880" cy="29925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83DC514-D83A-D56A-2DEA-405BE11909B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718458"/>
            <a:ext cx="6245353" cy="5458969"/>
          </a:xfrm>
          <a:custGeom>
            <a:avLst/>
            <a:gdLst>
              <a:gd name="connsiteX0" fmla="*/ 5131000 w 6245353"/>
              <a:gd name="connsiteY0" fmla="*/ 0 h 5458969"/>
              <a:gd name="connsiteX1" fmla="*/ 5901306 w 6245353"/>
              <a:gd name="connsiteY1" fmla="*/ 0 h 5458969"/>
              <a:gd name="connsiteX2" fmla="*/ 5901306 w 6245353"/>
              <a:gd name="connsiteY2" fmla="*/ 100 h 5458969"/>
              <a:gd name="connsiteX3" fmla="*/ 6063748 w 6245353"/>
              <a:gd name="connsiteY3" fmla="*/ 559986 h 5458969"/>
              <a:gd name="connsiteX4" fmla="*/ 6245353 w 6245353"/>
              <a:gd name="connsiteY4" fmla="*/ 1581583 h 5458969"/>
              <a:gd name="connsiteX5" fmla="*/ 6063748 w 6245353"/>
              <a:gd name="connsiteY5" fmla="*/ 2603179 h 5458969"/>
              <a:gd name="connsiteX6" fmla="*/ 5838653 w 6245353"/>
              <a:gd name="connsiteY6" fmla="*/ 3877585 h 5458969"/>
              <a:gd name="connsiteX7" fmla="*/ 6063748 w 6245353"/>
              <a:gd name="connsiteY7" fmla="*/ 5151992 h 5458969"/>
              <a:gd name="connsiteX8" fmla="*/ 6163238 w 6245353"/>
              <a:gd name="connsiteY8" fmla="*/ 5458969 h 5458969"/>
              <a:gd name="connsiteX9" fmla="*/ 5392932 w 6245353"/>
              <a:gd name="connsiteY9" fmla="*/ 5458969 h 5458969"/>
              <a:gd name="connsiteX10" fmla="*/ 5392932 w 6245353"/>
              <a:gd name="connsiteY10" fmla="*/ 5458968 h 5458969"/>
              <a:gd name="connsiteX11" fmla="*/ 0 w 6245353"/>
              <a:gd name="connsiteY11" fmla="*/ 5458968 h 5458969"/>
              <a:gd name="connsiteX12" fmla="*/ 0 w 6245353"/>
              <a:gd name="connsiteY12" fmla="*/ 0 h 5458969"/>
              <a:gd name="connsiteX13" fmla="*/ 5131000 w 6245353"/>
              <a:gd name="connsiteY13" fmla="*/ 0 h 545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45353" h="5458969">
                <a:moveTo>
                  <a:pt x="5131000" y="0"/>
                </a:moveTo>
                <a:lnTo>
                  <a:pt x="5901306" y="0"/>
                </a:lnTo>
                <a:lnTo>
                  <a:pt x="5901306" y="100"/>
                </a:lnTo>
                <a:cubicBezTo>
                  <a:pt x="5945492" y="226026"/>
                  <a:pt x="6006655" y="398781"/>
                  <a:pt x="6063748" y="559986"/>
                </a:cubicBezTo>
                <a:cubicBezTo>
                  <a:pt x="6161252" y="835100"/>
                  <a:pt x="6245353" y="1072677"/>
                  <a:pt x="6245353" y="1581583"/>
                </a:cubicBezTo>
                <a:cubicBezTo>
                  <a:pt x="6245353" y="2090488"/>
                  <a:pt x="6161153" y="2328065"/>
                  <a:pt x="6063748" y="2603179"/>
                </a:cubicBezTo>
                <a:cubicBezTo>
                  <a:pt x="5958200" y="2900995"/>
                  <a:pt x="5838653" y="3238540"/>
                  <a:pt x="5838653" y="3877585"/>
                </a:cubicBezTo>
                <a:cubicBezTo>
                  <a:pt x="5838653" y="4516730"/>
                  <a:pt x="5958299" y="4854276"/>
                  <a:pt x="6063748" y="5151992"/>
                </a:cubicBezTo>
                <a:cubicBezTo>
                  <a:pt x="6099989" y="5254251"/>
                  <a:pt x="6134345" y="5351233"/>
                  <a:pt x="6163238" y="5458969"/>
                </a:cubicBezTo>
                <a:lnTo>
                  <a:pt x="5392932" y="5458969"/>
                </a:lnTo>
                <a:lnTo>
                  <a:pt x="5392932" y="5458968"/>
                </a:lnTo>
                <a:lnTo>
                  <a:pt x="0" y="5458968"/>
                </a:lnTo>
                <a:lnTo>
                  <a:pt x="0" y="0"/>
                </a:lnTo>
                <a:lnTo>
                  <a:pt x="513100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457200" tIns="457200" rIns="457200" bIns="457200" anchor="ctr">
            <a:noAutofit/>
          </a:bodyPr>
          <a:lstStyle>
            <a:lvl1pPr marL="0" indent="0" algn="ctr">
              <a:buNone/>
              <a:defRPr sz="2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image. </a:t>
            </a:r>
          </a:p>
        </p:txBody>
      </p:sp>
    </p:spTree>
    <p:extLst>
      <p:ext uri="{BB962C8B-B14F-4D97-AF65-F5344CB8AC3E}">
        <p14:creationId xmlns:p14="http://schemas.microsoft.com/office/powerpoint/2010/main" val="311695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dden Title and Full Scree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63FC6-4CF3-92C4-3751-DEF5ECC620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06" y="-861927"/>
            <a:ext cx="10981387" cy="604481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Add hidden title here (for accessibility)</a:t>
            </a:r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C496BFBD-DB19-4795-7BF1-135C476C49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0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457200" tIns="457200" rIns="457200" bIns="457200" anchor="t">
            <a:normAutofit/>
          </a:bodyPr>
          <a:lstStyle>
            <a:lvl1pPr marL="0" indent="0" algn="ctr">
              <a:buClr>
                <a:schemeClr val="tx2"/>
              </a:buClr>
              <a:buFont typeface="Arial" panose="020B0604020202020204" pitchFamily="34" charset="0"/>
              <a:buNone/>
              <a:defRPr sz="3200" b="0" i="0"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add full slide text, image, video, chart, table, etc.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69CE3587-5352-E78E-3E9A-BFB14CF2B9C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5078874"/>
            <a:ext cx="5354041" cy="46107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Add name or delete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38B707A6-ADCC-1C46-9B9C-CC0B95E3EF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5611865"/>
            <a:ext cx="5354041" cy="4610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600" b="0" i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Add title or delete</a:t>
            </a:r>
          </a:p>
        </p:txBody>
      </p:sp>
    </p:spTree>
    <p:extLst>
      <p:ext uri="{BB962C8B-B14F-4D97-AF65-F5344CB8AC3E}">
        <p14:creationId xmlns:p14="http://schemas.microsoft.com/office/powerpoint/2010/main" val="1508080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Rive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7">
            <a:extLst>
              <a:ext uri="{FF2B5EF4-FFF2-40B4-BE49-F238E27FC236}">
                <a16:creationId xmlns:a16="http://schemas.microsoft.com/office/drawing/2014/main" id="{673D8025-C74D-25C1-180A-42F10C298A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685800"/>
            <a:ext cx="6898994" cy="273349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5400" b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4E7D8-8680-0A29-3E16-8A14B4E112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" y="3702050"/>
            <a:ext cx="6937375" cy="2794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web address or delete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977833F-4FDC-BE00-8828-DD5EFA00BBF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09681" y="685800"/>
            <a:ext cx="3545286" cy="202911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Contact Person Title</a:t>
            </a:r>
            <a:br>
              <a:rPr lang="en-US"/>
            </a:br>
            <a:r>
              <a:rPr lang="en-US"/>
              <a:t>Contact Person Department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02A0143B-DB45-4DA0-99DA-368CC55635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09681" y="2863618"/>
            <a:ext cx="3545286" cy="111783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600" b="0" i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Phone:</a:t>
            </a:r>
            <a:br>
              <a:rPr lang="en-US"/>
            </a:br>
            <a:r>
              <a:rPr lang="en-US"/>
              <a:t>Email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E8DCA39-3C21-D063-D53C-0754227608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31484" y="4311031"/>
            <a:ext cx="2723483" cy="1821437"/>
          </a:xfrm>
          <a:prstGeom prst="rect">
            <a:avLst/>
          </a:prstGeom>
        </p:spPr>
      </p:pic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B7D8338A-47C7-17DE-6994-93E79DA41E4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47699" y="5838472"/>
            <a:ext cx="7813395" cy="32004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defRPr sz="16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</a:p>
        </p:txBody>
      </p:sp>
    </p:spTree>
    <p:extLst>
      <p:ext uri="{BB962C8B-B14F-4D97-AF65-F5344CB8AC3E}">
        <p14:creationId xmlns:p14="http://schemas.microsoft.com/office/powerpoint/2010/main" val="33037233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GU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7">
            <a:extLst>
              <a:ext uri="{FF2B5EF4-FFF2-40B4-BE49-F238E27FC236}">
                <a16:creationId xmlns:a16="http://schemas.microsoft.com/office/drawing/2014/main" id="{F6AFC73D-D88F-0CD3-2098-7DA434EB7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685800"/>
            <a:ext cx="6898994" cy="273349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5400" b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202C29-38C4-0CFE-220E-C9C18C4AD0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" y="3701953"/>
            <a:ext cx="6899275" cy="24747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Insert web address or delete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8E9250E7-6250-7C44-987E-DE2AA207E46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09681" y="685800"/>
            <a:ext cx="3545286" cy="202911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Contact Person Title</a:t>
            </a:r>
            <a:br>
              <a:rPr lang="en-US"/>
            </a:br>
            <a:r>
              <a:rPr lang="en-US"/>
              <a:t>Contact Person Department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F2BBB5C3-2AB8-3D8A-53D4-B6DFDBB7B9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09681" y="2863618"/>
            <a:ext cx="3545286" cy="108581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600" b="0" i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Phone:</a:t>
            </a:r>
            <a:br>
              <a:rPr lang="en-US"/>
            </a:br>
            <a:r>
              <a:rPr lang="en-US"/>
              <a:t>Email</a:t>
            </a:r>
          </a:p>
        </p:txBody>
      </p:sp>
      <p:pic>
        <p:nvPicPr>
          <p:cNvPr id="6" name="Graphic 5" descr="Gonzaga University Logo">
            <a:extLst>
              <a:ext uri="{FF2B5EF4-FFF2-40B4-BE49-F238E27FC236}">
                <a16:creationId xmlns:a16="http://schemas.microsoft.com/office/drawing/2014/main" id="{4E9D814A-E5C5-EBAC-CBD3-0C0F4D4228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31484" y="4311031"/>
            <a:ext cx="2723483" cy="1821437"/>
          </a:xfrm>
          <a:prstGeom prst="rect">
            <a:avLst/>
          </a:prstGeom>
        </p:spPr>
      </p:pic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DEF5C003-D2DA-66E6-EF8D-41BB36317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47699" y="5838472"/>
            <a:ext cx="7813395" cy="32004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defRPr sz="16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</a:p>
        </p:txBody>
      </p:sp>
    </p:spTree>
    <p:extLst>
      <p:ext uri="{BB962C8B-B14F-4D97-AF65-F5344CB8AC3E}">
        <p14:creationId xmlns:p14="http://schemas.microsoft.com/office/powerpoint/2010/main" val="11340777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nzaga Logo with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Gonzaga University Logo">
            <a:extLst>
              <a:ext uri="{FF2B5EF4-FFF2-40B4-BE49-F238E27FC236}">
                <a16:creationId xmlns:a16="http://schemas.microsoft.com/office/drawing/2014/main" id="{3C7C2091-30E4-39E6-6DB2-2D9E938A13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3389" y="1833852"/>
            <a:ext cx="3565221" cy="2384384"/>
          </a:xfrm>
          <a:prstGeom prst="rect">
            <a:avLst/>
          </a:prstGeom>
        </p:spPr>
      </p:pic>
      <p:sp>
        <p:nvSpPr>
          <p:cNvPr id="3" name="Title 17">
            <a:extLst>
              <a:ext uri="{FF2B5EF4-FFF2-40B4-BE49-F238E27FC236}">
                <a16:creationId xmlns:a16="http://schemas.microsoft.com/office/drawing/2014/main" id="{323D3303-BEB4-7383-EC13-51874214A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1" y="4684521"/>
            <a:ext cx="9997439" cy="348231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ctr"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Insert Web Address or delete</a:t>
            </a:r>
          </a:p>
        </p:txBody>
      </p:sp>
    </p:spTree>
    <p:extLst>
      <p:ext uri="{BB962C8B-B14F-4D97-AF65-F5344CB8AC3E}">
        <p14:creationId xmlns:p14="http://schemas.microsoft.com/office/powerpoint/2010/main" val="7383546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nzaga Log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Gonzaga University Logo">
            <a:extLst>
              <a:ext uri="{FF2B5EF4-FFF2-40B4-BE49-F238E27FC236}">
                <a16:creationId xmlns:a16="http://schemas.microsoft.com/office/drawing/2014/main" id="{3C7C2091-30E4-39E6-6DB2-2D9E938A13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8502" y="2046278"/>
            <a:ext cx="4134996" cy="276544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0216901-608D-F9FB-1F1C-B7620E426F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06" y="-861927"/>
            <a:ext cx="10981387" cy="604481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End Slide – Gonzaga University Logo</a:t>
            </a:r>
          </a:p>
        </p:txBody>
      </p:sp>
    </p:spTree>
    <p:extLst>
      <p:ext uri="{BB962C8B-B14F-4D97-AF65-F5344CB8AC3E}">
        <p14:creationId xmlns:p14="http://schemas.microsoft.com/office/powerpoint/2010/main" val="71299461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thumbnail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A3DA7DAA-0261-0F26-6E70-44C2AE5C2F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" y="433473"/>
            <a:ext cx="10798629" cy="94705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defRPr sz="4000" b="1" i="0">
                <a:latin typeface="Aptos ExtraBold" panose="020B0004020202020204" pitchFamily="34" charset="0"/>
              </a:defRPr>
            </a:lvl1pPr>
          </a:lstStyle>
          <a:p>
            <a:r>
              <a:rPr lang="en-US"/>
              <a:t>Five Column Thumbnail Slide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3221461-7A8E-CDC3-95FF-A3794A43390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" y="1477066"/>
            <a:ext cx="10896601" cy="36625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927BB618-6F1C-8C4F-310A-099409F45FA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47700" y="1970330"/>
            <a:ext cx="2022929" cy="11378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lIns="91440" tIns="91440" rIns="91440" bIns="91440" anchor="ctr">
            <a:noAutofit/>
          </a:bodyPr>
          <a:lstStyle>
            <a:lvl1pPr marL="0" indent="0" algn="ctr">
              <a:buNone/>
              <a:defRPr sz="1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image. You can resize this shape before you add a image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3D8D0A2D-C1A3-4178-A6B9-423A7639E01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866118" y="1970330"/>
            <a:ext cx="2022929" cy="11378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lIns="91440" tIns="91440" rIns="91440" bIns="91440" anchor="ctr">
            <a:noAutofit/>
          </a:bodyPr>
          <a:lstStyle>
            <a:lvl1pPr marL="0" indent="0" algn="ctr">
              <a:buNone/>
              <a:defRPr sz="1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image. You can resize this shape before you add a image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B090D4A1-160C-F278-1817-0CC0EC3B32B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084536" y="1970330"/>
            <a:ext cx="2022929" cy="11378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lIns="91440" tIns="91440" rIns="91440" bIns="91440" anchor="ctr">
            <a:noAutofit/>
          </a:bodyPr>
          <a:lstStyle>
            <a:lvl1pPr marL="0" indent="0" algn="ctr">
              <a:buNone/>
              <a:defRPr sz="1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image. You can resize this shape before you add a image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C03C19C-38A9-8F8C-41AB-F553A86BD1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02954" y="1970330"/>
            <a:ext cx="2022929" cy="11378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lIns="91440" tIns="91440" rIns="91440" bIns="91440" anchor="ctr">
            <a:noAutofit/>
          </a:bodyPr>
          <a:lstStyle>
            <a:lvl1pPr marL="0" indent="0" algn="ctr">
              <a:buNone/>
              <a:defRPr sz="1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image. You can resize this shape before you add a image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B1294A49-95AE-2123-AC11-6B451C1F146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521371" y="1970330"/>
            <a:ext cx="2022929" cy="11378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lIns="91440" tIns="91440" rIns="91440" bIns="91440" anchor="ctr">
            <a:noAutofit/>
          </a:bodyPr>
          <a:lstStyle>
            <a:lvl1pPr marL="0" indent="0" algn="ctr">
              <a:buNone/>
              <a:defRPr sz="1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image. You can resize this shape before you add a image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91104B16-C3DD-E787-A542-F3326EDE416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699" y="3269346"/>
            <a:ext cx="10896600" cy="36625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233BAC5-7F05-AFD2-4949-0C65FDC5AF6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47700" y="3762610"/>
            <a:ext cx="2022929" cy="11378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lIns="91440" tIns="91440" rIns="91440" bIns="91440" anchor="ctr">
            <a:noAutofit/>
          </a:bodyPr>
          <a:lstStyle>
            <a:lvl1pPr marL="0" indent="0" algn="ctr">
              <a:buNone/>
              <a:defRPr sz="1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image. You can resize this shape before you add a image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3F956FF-4E2D-6EE4-E7D5-C7F6C91164A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866118" y="3762610"/>
            <a:ext cx="2022929" cy="11378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lIns="91440" tIns="91440" rIns="91440" bIns="91440" anchor="ctr">
            <a:noAutofit/>
          </a:bodyPr>
          <a:lstStyle>
            <a:lvl1pPr marL="0" indent="0" algn="ctr">
              <a:buNone/>
              <a:defRPr sz="1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image. You can resize this shape before you add a image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AAB5045F-4514-3FCF-8F1C-E53D61EAA6F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084536" y="3762610"/>
            <a:ext cx="2022929" cy="11378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lIns="91440" tIns="91440" rIns="91440" bIns="91440" anchor="ctr">
            <a:noAutofit/>
          </a:bodyPr>
          <a:lstStyle>
            <a:lvl1pPr marL="0" indent="0" algn="ctr">
              <a:buNone/>
              <a:defRPr sz="1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image. You can resize this shape before you add a image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70167347-EF38-D83D-5F9D-72A7D316A631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7302954" y="3762610"/>
            <a:ext cx="2022929" cy="11378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lIns="91440" tIns="91440" rIns="91440" bIns="91440" anchor="ctr">
            <a:noAutofit/>
          </a:bodyPr>
          <a:lstStyle>
            <a:lvl1pPr marL="0" indent="0" algn="ctr">
              <a:buNone/>
              <a:defRPr sz="1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image. You can resize this shape before you add a image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FDA518-8C3A-7D4B-4C9F-6CD2A268178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521371" y="3762610"/>
            <a:ext cx="2022929" cy="11378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lIns="91440" tIns="91440" rIns="91440" bIns="91440" anchor="ctr">
            <a:noAutofit/>
          </a:bodyPr>
          <a:lstStyle>
            <a:lvl1pPr marL="0" indent="0" algn="ctr">
              <a:buNone/>
              <a:defRPr sz="1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image. You can resize this shape before you add a image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C0C950B8-7B46-5F3A-2FA3-A77C052BEA5D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47699" y="5061626"/>
            <a:ext cx="2022929" cy="11378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lIns="91440" tIns="91440" rIns="91440" bIns="91440" anchor="ctr">
            <a:noAutofit/>
          </a:bodyPr>
          <a:lstStyle>
            <a:lvl1pPr marL="0" indent="0" algn="ctr">
              <a:buNone/>
              <a:defRPr sz="1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image. You can resize this shape before you add a image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0B51D2A-8D66-FD48-6E82-263611AD8B72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2866117" y="5061626"/>
            <a:ext cx="2022929" cy="11378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lIns="91440" tIns="91440" rIns="91440" bIns="91440" anchor="ctr">
            <a:noAutofit/>
          </a:bodyPr>
          <a:lstStyle>
            <a:lvl1pPr marL="0" indent="0" algn="ctr">
              <a:buNone/>
              <a:defRPr sz="1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image. You can resize this shape before you add a image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FEFD4CB6-84DE-6635-ADE9-79534DC6E35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5084535" y="5061626"/>
            <a:ext cx="2022929" cy="11378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lIns="91440" tIns="91440" rIns="91440" bIns="91440" anchor="ctr">
            <a:noAutofit/>
          </a:bodyPr>
          <a:lstStyle>
            <a:lvl1pPr marL="0" indent="0" algn="ctr">
              <a:buNone/>
              <a:defRPr sz="1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image. You can resize this shape before you add a image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FF29C4C6-9D1B-CC48-D253-47D38F4191B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302953" y="5061626"/>
            <a:ext cx="2022929" cy="11378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lIns="91440" tIns="91440" rIns="91440" bIns="91440" anchor="ctr">
            <a:noAutofit/>
          </a:bodyPr>
          <a:lstStyle>
            <a:lvl1pPr marL="0" indent="0" algn="ctr">
              <a:buNone/>
              <a:defRPr sz="1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image. You can resize this shape before you add a image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0549F859-9F03-ADD3-ED44-2005D05D8AC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521370" y="5061626"/>
            <a:ext cx="2022929" cy="11378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lIns="91440" tIns="91440" rIns="91440" bIns="91440" anchor="ctr">
            <a:noAutofit/>
          </a:bodyPr>
          <a:lstStyle>
            <a:lvl1pPr marL="0" indent="0" algn="ctr">
              <a:buNone/>
              <a:defRPr sz="100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996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image. You can resize this shape before you add a image</a:t>
            </a:r>
          </a:p>
        </p:txBody>
      </p:sp>
    </p:spTree>
    <p:extLst>
      <p:ext uri="{BB962C8B-B14F-4D97-AF65-F5344CB8AC3E}">
        <p14:creationId xmlns:p14="http://schemas.microsoft.com/office/powerpoint/2010/main" val="4080834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1528709A-A828-E536-317D-D78BD19E4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06" y="365125"/>
            <a:ext cx="10981387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66C21BD-2404-6A84-1382-385DF18DE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25625"/>
            <a:ext cx="109728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D9D73233-3159-6EC7-E86A-C74759DBF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599" y="6355633"/>
            <a:ext cx="9417269" cy="305019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1200" b="0" i="0">
                <a:solidFill>
                  <a:schemeClr val="accent4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Learning Strategies</a:t>
            </a:r>
            <a:endParaRPr lang="en-US" sz="100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E109A9A-48AA-21C0-A41F-3DF00F381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315912"/>
            <a:ext cx="5477484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07F7820-1A98-4BF9-B28A-F6A18B685585}" type="datetime1">
              <a:rPr lang="en-US" smtClean="0"/>
              <a:t>10/17/2026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03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46" r:id="rId3"/>
    <p:sldLayoutId id="2147483706" r:id="rId4"/>
    <p:sldLayoutId id="2147483759" r:id="rId5"/>
    <p:sldLayoutId id="2147483752" r:id="rId6"/>
    <p:sldLayoutId id="2147483751" r:id="rId7"/>
    <p:sldLayoutId id="2147483750" r:id="rId8"/>
    <p:sldLayoutId id="2147483704" r:id="rId9"/>
    <p:sldLayoutId id="2147483744" r:id="rId10"/>
    <p:sldLayoutId id="2147483754" r:id="rId11"/>
    <p:sldLayoutId id="2147483705" r:id="rId12"/>
    <p:sldLayoutId id="2147483753" r:id="rId13"/>
    <p:sldLayoutId id="2147483728" r:id="rId14"/>
    <p:sldLayoutId id="2147483740" r:id="rId15"/>
    <p:sldLayoutId id="2147483732" r:id="rId16"/>
    <p:sldLayoutId id="2147483730" r:id="rId17"/>
    <p:sldLayoutId id="2147483734" r:id="rId18"/>
    <p:sldLayoutId id="2147483735" r:id="rId19"/>
    <p:sldLayoutId id="2147483748" r:id="rId20"/>
    <p:sldLayoutId id="2147483769" r:id="rId21"/>
    <p:sldLayoutId id="2147483755" r:id="rId22"/>
    <p:sldLayoutId id="2147483805" r:id="rId23"/>
    <p:sldLayoutId id="2147483787" r:id="rId24"/>
    <p:sldLayoutId id="2147483762" r:id="rId25"/>
    <p:sldLayoutId id="2147483807" r:id="rId26"/>
    <p:sldLayoutId id="2147483736" r:id="rId27"/>
    <p:sldLayoutId id="2147483713" r:id="rId28"/>
    <p:sldLayoutId id="2147483791" r:id="rId29"/>
    <p:sldLayoutId id="2147483766" r:id="rId30"/>
    <p:sldLayoutId id="2147483765" r:id="rId31"/>
    <p:sldLayoutId id="2147483764" r:id="rId32"/>
    <p:sldLayoutId id="2147483768" r:id="rId33"/>
    <p:sldLayoutId id="2147483714" r:id="rId34"/>
    <p:sldLayoutId id="2147483715" r:id="rId35"/>
    <p:sldLayoutId id="2147483741" r:id="rId36"/>
    <p:sldLayoutId id="2147483717" r:id="rId37"/>
    <p:sldLayoutId id="2147483738" r:id="rId38"/>
    <p:sldLayoutId id="2147483770" r:id="rId39"/>
    <p:sldLayoutId id="2147483720" r:id="rId40"/>
    <p:sldLayoutId id="2147483786" r:id="rId41"/>
    <p:sldLayoutId id="2147483749" r:id="rId42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spc="0">
          <a:solidFill>
            <a:schemeClr val="tx1"/>
          </a:solidFill>
          <a:latin typeface="Aptos ExtraBold" panose="020B0004020202020204" pitchFamily="34" charset="0"/>
          <a:ea typeface="Helvetica Neue" panose="02000503000000020004" pitchFamily="2" charset="0"/>
          <a:cs typeface="Arial" panose="020B0604020202020204" pitchFamily="34" charset="0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>
          <a:schemeClr val="tx2"/>
        </a:buClr>
        <a:buSzTx/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32" userDrawn="1">
          <p15:clr>
            <a:srgbClr val="F26B43"/>
          </p15:clr>
        </p15:guide>
        <p15:guide id="4" orient="horz" pos="3888" userDrawn="1">
          <p15:clr>
            <a:srgbClr val="F26B43"/>
          </p15:clr>
        </p15:guide>
        <p15:guide id="5" pos="384" userDrawn="1">
          <p15:clr>
            <a:srgbClr val="F26B43"/>
          </p15:clr>
        </p15:guide>
        <p15:guide id="6" pos="72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flickr.com/photos/seattlemunicipalarchives/4387246233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6275A-CFA3-62F2-4500-80E67F6CB8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Engineer Your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9C39BF-B689-588C-FBE5-EB99BFFF18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Designing a learning system to keep pace with your major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9C85D2-457C-B7D1-89EB-03F81453A5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Learning Strategies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B2566ACB-6287-CB43-FA67-6FA3C0F7EAB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7262" r="17262"/>
          <a:stretch>
            <a:fillRect/>
          </a:stretch>
        </p:blipFill>
        <p:spPr/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E275A43-4353-3B1E-C8F6-84312736B7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Learning Strategies</a:t>
            </a:r>
            <a:endParaRPr lang="en-US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82AADF-9CCA-8F34-9661-65C47CF49FA0}"/>
              </a:ext>
            </a:extLst>
          </p:cNvPr>
          <p:cNvSpPr txBox="1"/>
          <p:nvPr/>
        </p:nvSpPr>
        <p:spPr>
          <a:xfrm>
            <a:off x="6449287" y="6858001"/>
            <a:ext cx="574271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>
                <a:hlinkClick r:id="rId4" tooltip="https://www.flickr.com/photos/seattlemunicipalarchives/4387246233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/3.0/"/>
              </a:rPr>
              <a:t>CC BY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204611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BA2A78-15CF-2DD0-E05A-D5AD7E0F0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Reviewing depth of learning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268A1B-D589-05A4-8860-E4BDDF2A13BD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3 styles</a:t>
            </a:r>
          </a:p>
          <a:p>
            <a:pPr marL="1085850" lvl="1" indent="-285750"/>
            <a:r>
              <a:rPr lang="en-US"/>
              <a:t>Surface</a:t>
            </a:r>
          </a:p>
          <a:p>
            <a:pPr marL="1085850" lvl="1" indent="-285750"/>
            <a:r>
              <a:rPr lang="en-US"/>
              <a:t>Strategic</a:t>
            </a:r>
          </a:p>
          <a:p>
            <a:pPr marL="1085850" lvl="1" indent="-285750"/>
            <a:r>
              <a:rPr lang="en-US"/>
              <a:t>Deep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Identify what you know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What you don’t know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What Assumptions you are 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What additional information you need</a:t>
            </a:r>
          </a:p>
          <a:p>
            <a:pPr marL="285750" indent="-285750"/>
            <a:endParaRPr lang="en-US"/>
          </a:p>
          <a:p>
            <a:pPr marL="285750" indent="-285750"/>
            <a:r>
              <a:rPr lang="en-US" sz="3600"/>
              <a:t>What do I do next?</a:t>
            </a:r>
          </a:p>
          <a:p>
            <a:pPr marL="285750" indent="-28575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91428-6A19-E2D9-9831-C92470BC0A1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 algn="r"/>
            <a:r>
              <a:rPr lang="en-US"/>
              <a:t>Learning Strategies</a:t>
            </a:r>
          </a:p>
        </p:txBody>
      </p:sp>
    </p:spTree>
    <p:extLst>
      <p:ext uri="{BB962C8B-B14F-4D97-AF65-F5344CB8AC3E}">
        <p14:creationId xmlns:p14="http://schemas.microsoft.com/office/powerpoint/2010/main" val="239403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1566-125A-25FA-BD60-3453A1FF2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What level are you being asked to work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F7A77EE-8FAB-704F-B1EE-C932476E37C8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915547-89A0-05DC-19B4-F26F1DBC0EFE}"/>
              </a:ext>
            </a:extLst>
          </p:cNvPr>
          <p:cNvSpPr>
            <a:spLocks noGrp="1"/>
          </p:cNvSpPr>
          <p:nvPr>
            <p:ph sz="quarter" idx="30"/>
          </p:nvPr>
        </p:nvSpPr>
        <p:spPr/>
        <p:txBody>
          <a:bodyPr/>
          <a:lstStyle/>
          <a:p>
            <a:r>
              <a:rPr lang="en-US"/>
              <a:t>Most engineering courses will require you to apply, analyze and create</a:t>
            </a:r>
            <a:br>
              <a:rPr lang="en-US"/>
            </a:br>
            <a:br>
              <a:rPr lang="en-US"/>
            </a:br>
            <a:r>
              <a:rPr lang="en-US"/>
              <a:t>Your study methods need to practice at the appropriate level</a:t>
            </a:r>
          </a:p>
          <a:p>
            <a:r>
              <a:rPr lang="en-US"/>
              <a:t>Mismatch: Class/exam require application and analysis, but</a:t>
            </a:r>
          </a:p>
          <a:p>
            <a:r>
              <a:rPr lang="en-US"/>
              <a:t>Study was mostly rereading and recognition</a:t>
            </a:r>
          </a:p>
          <a:p>
            <a:r>
              <a:rPr lang="en-US"/>
              <a:t>What are some examples of effective study practices?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C22D4-D165-9D6A-419E-240133C77FB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Learning Strategies</a:t>
            </a:r>
            <a:endParaRPr lang="en-US" sz="11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44D50D-0433-5608-636E-23A8255DA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2472" y="1514799"/>
            <a:ext cx="5057022" cy="383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55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B28F3A4-97F2-53E3-E8CC-E3B23F6D9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Recognition vs Knowing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E5BBB4-7954-C095-CA9F-A7E8DB41747B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r>
              <a:rPr lang="en-US"/>
              <a:t>Let’s discuss the benefits of these different approaches to a study session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Read over the problem examples from lecture and in your text until they make sense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Find a YouTube video of someone solving similar problems to give you a different perspective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Work through a new problem you have not tried before and explain each step as you work through it</a:t>
            </a:r>
          </a:p>
          <a:p>
            <a:endParaRPr lang="en-US"/>
          </a:p>
          <a:p>
            <a:r>
              <a:rPr lang="en-US"/>
              <a:t>What is each approach useful for?</a:t>
            </a:r>
          </a:p>
          <a:p>
            <a:r>
              <a:rPr lang="en-US"/>
              <a:t>Which approach gives the best evidence that you actually understand the material?</a:t>
            </a:r>
          </a:p>
          <a:p>
            <a:endParaRPr lang="en-US"/>
          </a:p>
          <a:p>
            <a:r>
              <a:rPr lang="en-US"/>
              <a:t>Performance without the answer in front of you gives you a better benchmark of your understanding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F4B1E-3897-0548-04CD-0AF5150F8CA7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189562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61899-2C09-99EE-BD07-C5A025924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deep practice looks 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6F2FC-A9F1-81D4-5FDA-D4740C0D3A49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r>
              <a:rPr lang="en-US"/>
              <a:t>Time, focus, spaced repetition, 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Produce</a:t>
            </a:r>
          </a:p>
          <a:p>
            <a:pPr marL="1085850" lvl="1" indent="-285750"/>
            <a:r>
              <a:rPr lang="en-US"/>
              <a:t>Start from a blank page.  Work and solve from what you know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Explain</a:t>
            </a:r>
          </a:p>
          <a:p>
            <a:pPr marL="1085850" lvl="1" indent="-285750"/>
            <a:r>
              <a:rPr lang="en-US"/>
              <a:t>Why this step, formula or approach makes sense (or doesn’t)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Vary</a:t>
            </a:r>
          </a:p>
          <a:p>
            <a:pPr marL="1085850" lvl="1" indent="-285750"/>
            <a:r>
              <a:rPr lang="en-US"/>
              <a:t>Can I do it when the problem looks different or variables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Check</a:t>
            </a:r>
          </a:p>
          <a:p>
            <a:pPr marL="1085850" lvl="1" indent="-285750"/>
            <a:r>
              <a:rPr lang="en-US"/>
              <a:t>Where did I get stuck or make a mistake?  What do I need to do next?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5825BD-E5D6-26C0-CD9B-ECDD660D7DAA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350712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954676E-D256-8E67-DBBF-7B517089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Learning Strategies Does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DD7785-4888-280C-00C8-6CD0F0A88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1:1 Peer Tutoring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A5C82FE-2703-43B9-C874-E440B5DC38C2}"/>
              </a:ext>
            </a:extLst>
          </p:cNvPr>
          <p:cNvSpPr>
            <a:spLocks noGrp="1"/>
          </p:cNvSpPr>
          <p:nvPr>
            <p:ph sz="quarter" idx="3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Available in select courses</a:t>
            </a:r>
          </a:p>
          <a:p>
            <a:pPr marL="1085850" lvl="1" indent="-285750"/>
            <a:r>
              <a:rPr lang="en-US"/>
              <a:t>CHEM 101</a:t>
            </a:r>
          </a:p>
          <a:p>
            <a:pPr marL="1085850" lvl="1" indent="-285750"/>
            <a:r>
              <a:rPr lang="en-US"/>
              <a:t>CPSC 121</a:t>
            </a:r>
          </a:p>
          <a:p>
            <a:pPr marL="1085850" lvl="1" indent="-285750"/>
            <a:r>
              <a:rPr lang="en-US"/>
              <a:t>ENSC 205</a:t>
            </a:r>
          </a:p>
          <a:p>
            <a:pPr marL="1085850" lvl="1" indent="-285750"/>
            <a:r>
              <a:rPr lang="en-US"/>
              <a:t>MATH 157</a:t>
            </a:r>
          </a:p>
          <a:p>
            <a:pPr marL="1085850" lvl="1" indent="-285750"/>
            <a:r>
              <a:rPr lang="en-US"/>
              <a:t>PHYS 121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Group sessions are generally open to all students not just those in the embedded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Tutors work closely with faculty to coordinate content and study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Specific exam prep sessions</a:t>
            </a:r>
          </a:p>
          <a:p>
            <a:pPr marL="285750" indent="-285750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09EEABF-03D9-E648-2789-AA80CF64E2B5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Clarify course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Practice applying material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Prepare for exams and assignments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Develop course-specific study strategies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Identify question to ask your professors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B32143-599F-A177-7CE8-58D84CC04D9A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/>
              <a:t>Embedded Tutoring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53947-99AF-6301-344C-353A45EC38BC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 algn="r"/>
            <a:r>
              <a:rPr lang="en-US"/>
              <a:t>Learning Strategies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7891E-F90B-5A0A-F848-AECFC201C8DB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9215438" y="315913"/>
            <a:ext cx="2976562" cy="365125"/>
          </a:xfrm>
        </p:spPr>
        <p:txBody>
          <a:bodyPr/>
          <a:lstStyle/>
          <a:p>
            <a:pPr algn="r"/>
            <a:fld id="{7DF5F736-20FE-4B0F-860B-D929DCE9B56A}" type="datetime1">
              <a:rPr lang="en-US" smtClean="0"/>
              <a:t>10/17/2026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376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D0BA078-3927-2D4A-F123-B73BC9D43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Mapping Out This Week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CD9F9C3-3FF2-5A8E-5FE8-1516C42CF5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Using your preferred calendar or get one started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97286D0-C693-354D-7B50-946CAA1D09DB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>
            <a:normAutofit/>
          </a:bodyPr>
          <a:lstStyle/>
          <a:p>
            <a:r>
              <a:rPr lang="en-US"/>
              <a:t>Step 1 – Fixed</a:t>
            </a:r>
          </a:p>
          <a:p>
            <a:pPr marL="1085850" lvl="1" indent="-285750"/>
            <a:r>
              <a:rPr lang="en-US"/>
              <a:t>Class | Labs | Sleep | Meals | Work | Activities</a:t>
            </a:r>
          </a:p>
          <a:p>
            <a:endParaRPr lang="en-US"/>
          </a:p>
          <a:p>
            <a:r>
              <a:rPr lang="en-US"/>
              <a:t>Step 2 – Academic work</a:t>
            </a:r>
          </a:p>
          <a:p>
            <a:pPr marL="1085850" lvl="1" indent="-285750"/>
            <a:r>
              <a:rPr lang="en-US"/>
              <a:t>Prepare | Solve | Complete | Review</a:t>
            </a:r>
          </a:p>
          <a:p>
            <a:endParaRPr lang="en-US"/>
          </a:p>
          <a:p>
            <a:r>
              <a:rPr lang="en-US"/>
              <a:t>Step 3 – Flexibility</a:t>
            </a:r>
          </a:p>
          <a:p>
            <a:pPr marL="1085850" lvl="1" indent="-285750"/>
            <a:r>
              <a:rPr lang="en-US"/>
              <a:t>Where is your buffer when something takes longer?</a:t>
            </a:r>
          </a:p>
          <a:p>
            <a:pPr marL="1085850" lvl="1" indent="-285750"/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Benchmark 2 hours outside of class for each hour of class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CC31175-6EAE-7F05-7A12-2CDC15C1F394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79903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961AF81-CB4F-1412-E3ED-225FE1DA3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studying actually looks like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8A89AC-AEEC-CC74-F04F-F1BA9E1E3B60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What did study actually look like when you were successful?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When did you start studying?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Did you study alone or with others?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problem solving did you 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did you know when you didn’t understand something?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When did you go to office hours?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After you got your first exam, did you change anything?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ECD22-64EA-3465-EF96-EFF06DD9C75B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100841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9BE6757-926E-447B-4C48-ADCC48C0D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Studying longer isn’t always the answer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7F7FF6B-419B-20F1-1041-73E32EAEC9BF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You've worked on a problem for 25 minutes. Once you see the solution, the calculations make sense, but you are having trouble deciding where to start.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What is one productive next step?</a:t>
            </a:r>
          </a:p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803DE-0EBD-0396-FFFF-DD7858B4368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21687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EB70F79-D331-E918-557B-989F0C62C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6BF89-7EF0-3623-4C74-4596BD075E9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Learning Strategies</a:t>
            </a:r>
            <a:endParaRPr lang="en-US" sz="110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8115A0C-40B5-65EC-A06F-6DBE64443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29"/>
          </p:nvPr>
        </p:nvPicPr>
        <p:blipFill>
          <a:blip r:embed="rId2"/>
          <a:stretch>
            <a:fillRect/>
          </a:stretch>
        </p:blipFill>
        <p:spPr>
          <a:xfrm>
            <a:off x="4042611" y="285521"/>
            <a:ext cx="4211051" cy="612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7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2DFB3-FEB0-3AEE-0EBD-DAA276B724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The goal of getting help is not to get unstuck on this problem. The goal is to become more capable on the next problem.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BB061A-1BED-3F38-C790-AF09D354B1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29D4A-9CD1-9D83-3C36-607DE559233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18275"/>
            <a:ext cx="9312275" cy="244475"/>
          </a:xfrm>
        </p:spPr>
        <p:txBody>
          <a:bodyPr/>
          <a:lstStyle/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076270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1C57C-E344-96EC-CDB5-FC8B80EA7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Effective office hours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2985-E118-893D-2381-027770A1A969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r>
              <a:rPr lang="en-US" b="1"/>
              <a:t>Student:</a:t>
            </a:r>
            <a:r>
              <a:rPr lang="en-US"/>
              <a:t>  “I don't understand any of this.”</a:t>
            </a:r>
          </a:p>
          <a:p>
            <a:endParaRPr lang="en-US"/>
          </a:p>
          <a:p>
            <a:r>
              <a:rPr lang="en-US"/>
              <a:t>versus:</a:t>
            </a:r>
          </a:p>
          <a:p>
            <a:endParaRPr lang="en-US" b="1"/>
          </a:p>
          <a:p>
            <a:r>
              <a:rPr lang="en-US" b="1"/>
              <a:t>Student:  </a:t>
            </a:r>
            <a:r>
              <a:rPr lang="en-US"/>
              <a:t>“I can follow the example until this step. I thought we should use ___ here, but the solution uses ___. Can you help me understand what tells me which approach applies?”</a:t>
            </a:r>
          </a:p>
          <a:p>
            <a:endParaRPr lang="en-US"/>
          </a:p>
          <a:p>
            <a:r>
              <a:rPr lang="en-US"/>
              <a:t>What is one question you currently have in a class?</a:t>
            </a:r>
          </a:p>
          <a:p>
            <a:r>
              <a:rPr lang="en-US"/>
              <a:t>How could you turn that question into a good question for office hours?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6D04BB-3E47-5B08-9A94-4A25AA34181F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76737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24BC2-6122-6D9F-339B-258CA61180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Exam Prep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6264E-D46B-8153-2D6A-6843DC9CF9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Don’t let the exam be the first time you attempt something: without notes, under time pressure, from a blank page, with mixed problem types.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D40D37-5A36-C5B3-F939-A61C1D1666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18275"/>
            <a:ext cx="9312275" cy="244475"/>
          </a:xfrm>
        </p:spPr>
        <p:txBody>
          <a:bodyPr/>
          <a:lstStyle/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886951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1D31-BCBD-74F0-700F-FD749CD52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 prep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69D954-032D-DBBD-48A7-5F7157F01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Study Like You Will Be Tested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6FC-8203-0899-CB67-D1D8C5BC5CA7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Solve unfamiliar problems without notes.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Practice starting from a blank page.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Show your reasoning.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Mix problem types.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Practice under realistic time constraints.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Identify mistakes—not just correct answers.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Know what resources will/won't be available.</a:t>
            </a:r>
          </a:p>
          <a:p>
            <a:pPr lvl="0"/>
            <a:endParaRPr lang="en-US"/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5BA96FD-3001-6777-835E-8892164C1CA0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/>
              <a:t>During the Exam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6EF2E5-8FF3-5E5E-0476-5E990117B116}"/>
              </a:ext>
            </a:extLst>
          </p:cNvPr>
          <p:cNvSpPr>
            <a:spLocks noGrp="1"/>
          </p:cNvSpPr>
          <p:nvPr>
            <p:ph sz="quarter" idx="30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Preview the exam.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Start where you can demonstrate knowledge.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Don't get trapped on one problem, move on and come back.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Read the entire question.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Mark important constraints/units/information.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Show your work.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If stuck, write what you </a:t>
            </a:r>
            <a:r>
              <a:rPr lang="en-US" b="1"/>
              <a:t>do know</a:t>
            </a:r>
            <a:r>
              <a:rPr lang="en-US"/>
              <a:t> and identify what the problem is asking.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546665-96BF-7E49-4D17-D5E988C32093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139071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8D8E6BD-12AB-3C0A-9352-D2718142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Putting your system into action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F2B56C6-A5A7-38EE-8EEC-5C64171E442B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Plan</a:t>
            </a:r>
          </a:p>
          <a:p>
            <a:pPr marL="1085850" lvl="1" indent="-285750"/>
            <a:r>
              <a:rPr lang="en-US"/>
              <a:t>One block of time I need to reserve for academic work each week is…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Practice</a:t>
            </a:r>
          </a:p>
          <a:p>
            <a:pPr marL="1085850" lvl="1" indent="-285750"/>
            <a:r>
              <a:rPr lang="en-US"/>
              <a:t>One thing I will do to test my understanding instead of just reviewing is…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Connect</a:t>
            </a:r>
          </a:p>
          <a:p>
            <a:pPr marL="1085850" lvl="1" indent="-285750"/>
            <a:r>
              <a:rPr lang="en-US"/>
              <a:t>One resource/person I will connect with before I am behind is…</a:t>
            </a:r>
          </a:p>
          <a:p>
            <a:pPr lvl="1" indent="0">
              <a:buNone/>
            </a:pPr>
            <a:endParaRPr lang="en-US"/>
          </a:p>
          <a:p>
            <a:pPr lvl="1" indent="0">
              <a:buNone/>
            </a:pPr>
            <a:endParaRPr lang="en-US"/>
          </a:p>
          <a:p>
            <a:pPr lvl="1" indent="0">
              <a:buNone/>
            </a:pP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F3FA4CC-1BA4-6E28-59B5-8E08D6BA61D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778906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4C450-75C6-EBDF-A45D-D203C7DD2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Connect with a tutor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D5BEDE-D222-58B5-3607-F44F7332E44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www.MyWCO.com/GUStudy</a:t>
            </a:r>
          </a:p>
        </p:txBody>
      </p:sp>
      <p:pic>
        <p:nvPicPr>
          <p:cNvPr id="8" name="Picture 7" descr="QR Code">
            <a:extLst>
              <a:ext uri="{FF2B5EF4-FFF2-40B4-BE49-F238E27FC236}">
                <a16:creationId xmlns:a16="http://schemas.microsoft.com/office/drawing/2014/main" id="{D9721D77-C8CE-92C5-019D-D78F3154B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581" y="376711"/>
            <a:ext cx="3572719" cy="357271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1C106-C0B7-566E-66F9-8077A3E149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69CAD7-3239-8BBD-6983-040C1C153B1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3882EB-0EBB-483F-BDF0-D6E006C09D2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Learning Strategies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900154704"/>
      </p:ext>
    </p:extLst>
  </p:cSld>
  <p:clrMapOvr>
    <a:masterClrMapping/>
  </p:clrMapOvr>
</p:sld>
</file>

<file path=ppt/theme/theme1.xml><?xml version="1.0" encoding="utf-8"?>
<a:theme xmlns:a="http://schemas.openxmlformats.org/drawingml/2006/main" name="Gonzaga Spires Slides">
  <a:themeElements>
    <a:clrScheme name="Gonzaga University">
      <a:dk1>
        <a:srgbClr val="05274F"/>
      </a:dk1>
      <a:lt1>
        <a:srgbClr val="FFFFFF"/>
      </a:lt1>
      <a:dk2>
        <a:srgbClr val="5E8AB3"/>
      </a:dk2>
      <a:lt2>
        <a:srgbClr val="DECB99"/>
      </a:lt2>
      <a:accent1>
        <a:srgbClr val="434854"/>
      </a:accent1>
      <a:accent2>
        <a:srgbClr val="918A41"/>
      </a:accent2>
      <a:accent3>
        <a:srgbClr val="F0A02B"/>
      </a:accent3>
      <a:accent4>
        <a:srgbClr val="5E788D"/>
      </a:accent4>
      <a:accent5>
        <a:srgbClr val="CB4146"/>
      </a:accent5>
      <a:accent6>
        <a:srgbClr val="90779A"/>
      </a:accent6>
      <a:hlink>
        <a:srgbClr val="5E8AB3"/>
      </a:hlink>
      <a:folHlink>
        <a:srgbClr val="5E788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182880" tIns="182880" rIns="182880" bIns="182880" rtlCol="0" anchor="ctr"/>
      <a:lstStyle>
        <a:defPPr algn="ctr">
          <a:buClr>
            <a:schemeClr val="tx2"/>
          </a:buClr>
          <a:defRPr b="1" dirty="0">
            <a:latin typeface="Aptos" panose="020B0004020202020204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ap="rnd">
          <a:solidFill>
            <a:schemeClr val="tx2"/>
          </a:solidFill>
          <a:prstDash val="sysDot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buClr>
            <a:schemeClr val="tx2"/>
          </a:buCl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U_Presentation-Template_ v1.7" id="{802C8487-736E-48BA-8235-5CD52861909D}" vid="{73E797A3-1B80-4B92-B6EC-FA097E2870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1c7e546-2a7c-4a3c-ac9c-d01124d79a0a" xsi:nil="true"/>
    <lcf76f155ced4ddcb4097134ff3c332f xmlns="7f1a1005-7f74-46e4-ba13-3e50ac68ff8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2B6ACABD098C44871971A5E3688528" ma:contentTypeVersion="19" ma:contentTypeDescription="Create a new document." ma:contentTypeScope="" ma:versionID="4d345350cdc76ae8dc5ff359a4c90283">
  <xsd:schema xmlns:xsd="http://www.w3.org/2001/XMLSchema" xmlns:xs="http://www.w3.org/2001/XMLSchema" xmlns:p="http://schemas.microsoft.com/office/2006/metadata/properties" xmlns:ns2="7f1a1005-7f74-46e4-ba13-3e50ac68ff8b" xmlns:ns3="51c7e546-2a7c-4a3c-ac9c-d01124d79a0a" targetNamespace="http://schemas.microsoft.com/office/2006/metadata/properties" ma:root="true" ma:fieldsID="e00e20af58edb8183d145da588672710" ns2:_="" ns3:_="">
    <xsd:import namespace="7f1a1005-7f74-46e4-ba13-3e50ac68ff8b"/>
    <xsd:import namespace="51c7e546-2a7c-4a3c-ac9c-d01124d79a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1a1005-7f74-46e4-ba13-3e50ac68ff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30f6801d-a206-4dc9-bbf3-bf0715166b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e546-2a7c-4a3c-ac9c-d01124d79a0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e484f0e-099e-4232-86b0-e443e5745db7}" ma:internalName="TaxCatchAll" ma:showField="CatchAllData" ma:web="51c7e546-2a7c-4a3c-ac9c-d01124d79a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D55684-02DA-4AFE-AFC7-CB932A4E56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FDE071-D9A7-43C7-BA92-BC459684E96A}">
  <ds:schemaRefs>
    <ds:schemaRef ds:uri="0eea083e-e348-458a-8521-55d20943fa38"/>
    <ds:schemaRef ds:uri="51c7e546-2a7c-4a3c-ac9c-d01124d79a0a"/>
    <ds:schemaRef ds:uri="7b3fa5f7-3f54-4b63-8863-c2061c361261"/>
    <ds:schemaRef ds:uri="7f1a1005-7f74-46e4-ba13-3e50ac68ff8b"/>
    <ds:schemaRef ds:uri="bb6b31e4-3402-46af-9ec7-67606d7939f8"/>
    <ds:schemaRef ds:uri="e79a8160-a781-4d61-82ed-8aaf88c1fb3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E4459F-7584-4FA9-B259-F89B2DBA0C76}">
  <ds:schemaRefs>
    <ds:schemaRef ds:uri="51c7e546-2a7c-4a3c-ac9c-d01124d79a0a"/>
    <ds:schemaRef ds:uri="7f1a1005-7f74-46e4-ba13-3e50ac68ff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GU_Presentation-Template_ v1.7 (1)</Template>
  <TotalTime>0</TotalTime>
  <Words>1763</Words>
  <Application>Microsoft Office PowerPoint</Application>
  <PresentationFormat>Widescreen</PresentationFormat>
  <Paragraphs>261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Black</vt:lpstr>
      <vt:lpstr>Aptos ExtraBold</vt:lpstr>
      <vt:lpstr>Aptos Light</vt:lpstr>
      <vt:lpstr>Arial</vt:lpstr>
      <vt:lpstr>Georgia</vt:lpstr>
      <vt:lpstr>Proxima Nova</vt:lpstr>
      <vt:lpstr>Gonzaga Spires Slides</vt:lpstr>
      <vt:lpstr>Engineer Your Learning</vt:lpstr>
      <vt:lpstr>Reviewing depth of learning</vt:lpstr>
      <vt:lpstr>What level are you being asked to work</vt:lpstr>
      <vt:lpstr>Recognition vs Knowing</vt:lpstr>
      <vt:lpstr>What deep practice looks like</vt:lpstr>
      <vt:lpstr>What Learning Strategies Does</vt:lpstr>
      <vt:lpstr>Mapping Out This Week</vt:lpstr>
      <vt:lpstr>What studying actually looks like</vt:lpstr>
      <vt:lpstr>Studying longer isn’t always the answer</vt:lpstr>
      <vt:lpstr>PowerPoint Presentation</vt:lpstr>
      <vt:lpstr>The goal of getting help is not to get unstuck on this problem. The goal is to become more capable on the next problem.</vt:lpstr>
      <vt:lpstr>Effective office hours</vt:lpstr>
      <vt:lpstr>Exam Prep</vt:lpstr>
      <vt:lpstr>Exam prep</vt:lpstr>
      <vt:lpstr>Putting your system into action</vt:lpstr>
      <vt:lpstr>Connect with a tutor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Bryce Thomas</dc:creator>
  <cp:keywords/>
  <dc:description/>
  <cp:lastModifiedBy>Annie Nguyen</cp:lastModifiedBy>
  <cp:revision>2</cp:revision>
  <dcterms:created xsi:type="dcterms:W3CDTF">2026-09-01T21:47:58Z</dcterms:created>
  <dcterms:modified xsi:type="dcterms:W3CDTF">2026-10-17T19:19:55Z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0x0101000E2B6ACABD098C44871971A5E3688528</vt:lpwstr>
  </property>
</Properties>
</file>